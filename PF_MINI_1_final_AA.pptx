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9" r:id="rId4"/>
    <p:sldId id="280" r:id="rId5"/>
    <p:sldId id="279" r:id="rId6"/>
    <p:sldId id="261" r:id="rId7"/>
    <p:sldId id="281" r:id="rId8"/>
    <p:sldId id="284" r:id="rId9"/>
    <p:sldId id="282" r:id="rId10"/>
    <p:sldId id="283" r:id="rId11"/>
    <p:sldId id="301" r:id="rId12"/>
    <p:sldId id="285" r:id="rId13"/>
    <p:sldId id="286" r:id="rId14"/>
    <p:sldId id="287" r:id="rId15"/>
    <p:sldId id="289" r:id="rId16"/>
    <p:sldId id="288" r:id="rId17"/>
    <p:sldId id="290" r:id="rId18"/>
    <p:sldId id="292" r:id="rId19"/>
    <p:sldId id="293" r:id="rId20"/>
    <p:sldId id="294" r:id="rId21"/>
    <p:sldId id="299" r:id="rId22"/>
    <p:sldId id="295" r:id="rId23"/>
    <p:sldId id="296" r:id="rId24"/>
    <p:sldId id="297" r:id="rId25"/>
    <p:sldId id="291" r:id="rId26"/>
    <p:sldId id="298" r:id="rId27"/>
    <p:sldId id="300" r:id="rId28"/>
    <p:sldId id="271" r:id="rId29"/>
  </p:sldIdLst>
  <p:sldSz cx="18288000" cy="10287000"/>
  <p:notesSz cx="6858000" cy="9144000"/>
  <p:embeddedFontLst>
    <p:embeddedFont>
      <p:font typeface="Baguet Script" panose="00000500000000000000" pitchFamily="2" charset="0"/>
      <p:regular r:id="rId31"/>
    </p:embeddedFont>
    <p:embeddedFont>
      <p:font typeface="Cascadia Mono" panose="020B0609020000020004" pitchFamily="49" charset="0"/>
      <p:regular r:id="rId32"/>
      <p:bold r:id="rId33"/>
      <p:italic r:id="rId34"/>
      <p:boldItalic r:id="rId35"/>
    </p:embeddedFont>
    <p:embeddedFont>
      <p:font typeface="Montserrat" panose="00000500000000000000" pitchFamily="2" charset="0"/>
      <p:regular r:id="rId36"/>
      <p:bold r:id="rId37"/>
      <p:italic r:id="rId38"/>
      <p:boldItalic r:id="rId39"/>
    </p:embeddedFont>
    <p:embeddedFont>
      <p:font typeface="Montserrat Bold" panose="00000800000000000000" charset="0"/>
      <p:regular r:id="rId4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E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FB3A28-C87B-4C7F-9466-CC6154E5AB91}" v="136" dt="2023-12-10T00:31:38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92" autoAdjust="0"/>
    <p:restoredTop sz="94622" autoAdjust="0"/>
  </p:normalViewPr>
  <p:slideViewPr>
    <p:cSldViewPr>
      <p:cViewPr varScale="1">
        <p:scale>
          <a:sx n="52" d="100"/>
          <a:sy n="52" d="100"/>
        </p:scale>
        <p:origin x="83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9.fntdata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9A5B3E-C407-4B56-B792-E406B64AE674}" type="datetimeFigureOut">
              <a:rPr lang="en-PK" smtClean="0"/>
              <a:t>03/05/2025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D0592D-9EA3-4FD5-83FC-C562B378567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01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D0592D-9EA3-4FD5-83FC-C562B378567F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981200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D0592D-9EA3-4FD5-83FC-C562B378567F}" type="slidenum">
              <a:rPr lang="en-PK" smtClean="0"/>
              <a:t>28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83507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2872211" y="-2776467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 dirty="0"/>
          </a:p>
        </p:txBody>
      </p:sp>
      <p:grpSp>
        <p:nvGrpSpPr>
          <p:cNvPr id="3" name="Group 3"/>
          <p:cNvGrpSpPr/>
          <p:nvPr/>
        </p:nvGrpSpPr>
        <p:grpSpPr>
          <a:xfrm>
            <a:off x="10463626" y="1621617"/>
            <a:ext cx="753561" cy="7535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291239" y="895350"/>
            <a:ext cx="9327025" cy="2198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08"/>
              </a:lnSpc>
              <a:spcBef>
                <a:spcPct val="0"/>
              </a:spcBef>
            </a:pPr>
            <a:r>
              <a:rPr lang="en-US" sz="6363" dirty="0">
                <a:solidFill>
                  <a:srgbClr val="000000"/>
                </a:solidFill>
                <a:latin typeface="Montserrat Bold"/>
              </a:rPr>
              <a:t>Programming Fundamentals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4778711" y="7667323"/>
            <a:ext cx="1578921" cy="157892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88385" y="4632353"/>
            <a:ext cx="9175241" cy="4748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83"/>
              </a:lnSpc>
              <a:spcBef>
                <a:spcPct val="0"/>
              </a:spcBef>
            </a:pPr>
            <a:r>
              <a:rPr lang="en-US" sz="2845" dirty="0">
                <a:solidFill>
                  <a:srgbClr val="000000"/>
                </a:solidFill>
                <a:latin typeface="Montserrat"/>
              </a:rPr>
              <a:t>First Mini Project :  Image Processing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8385" y="6368455"/>
            <a:ext cx="8389015" cy="5472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32"/>
              </a:lnSpc>
            </a:pPr>
            <a:r>
              <a:rPr lang="en-US" sz="3308" b="1" dirty="0">
                <a:solidFill>
                  <a:srgbClr val="000000"/>
                </a:solidFill>
                <a:latin typeface="Montserrat"/>
              </a:rPr>
              <a:t>Presented By Algorithm Aficionados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36DF2F-7D31-E1D3-D010-B4D284648CDE}"/>
              </a:ext>
            </a:extLst>
          </p:cNvPr>
          <p:cNvSpPr txBox="1"/>
          <p:nvPr/>
        </p:nvSpPr>
        <p:spPr>
          <a:xfrm flipH="1">
            <a:off x="1930368" y="7181735"/>
            <a:ext cx="45396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Saad Nasir</a:t>
            </a:r>
          </a:p>
          <a:p>
            <a:r>
              <a:rPr lang="en-US" sz="2800" dirty="0">
                <a:latin typeface="Montserrat" panose="00000500000000000000" pitchFamily="2" charset="0"/>
              </a:rPr>
              <a:t>	(23L-2625)</a:t>
            </a:r>
            <a:endParaRPr lang="en-PK" sz="2800" dirty="0">
              <a:latin typeface="Montserrat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D704EEB-E209-DB45-7CD4-21A7E0672E0D}"/>
              </a:ext>
            </a:extLst>
          </p:cNvPr>
          <p:cNvSpPr txBox="1"/>
          <p:nvPr/>
        </p:nvSpPr>
        <p:spPr>
          <a:xfrm flipH="1">
            <a:off x="6300737" y="7181734"/>
            <a:ext cx="45396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Emad Rafique</a:t>
            </a:r>
          </a:p>
          <a:p>
            <a:r>
              <a:rPr lang="en-US" sz="2800" dirty="0">
                <a:latin typeface="Montserrat" panose="00000500000000000000" pitchFamily="2" charset="0"/>
              </a:rPr>
              <a:t>	(23L-2604)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6735">
        <p159:morph option="byObject"/>
      </p:transition>
    </mc:Choice>
    <mc:Fallback xmlns="">
      <p:transition spd="slow" advTm="16735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898322">
            <a:off x="12834473" y="-4565233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3" name="Group 3"/>
          <p:cNvGrpSpPr/>
          <p:nvPr/>
        </p:nvGrpSpPr>
        <p:grpSpPr>
          <a:xfrm>
            <a:off x="483487" y="2086897"/>
            <a:ext cx="6218139" cy="6218139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41219" y="2363976"/>
            <a:ext cx="5685609" cy="5688763"/>
            <a:chOff x="0" y="0"/>
            <a:chExt cx="6489360" cy="649296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489446" cy="6493002"/>
            </a:xfrm>
            <a:custGeom>
              <a:avLst/>
              <a:gdLst/>
              <a:ahLst/>
              <a:cxnLst/>
              <a:rect l="l" t="t" r="r" b="b"/>
              <a:pathLst>
                <a:path w="6489446" h="6493002">
                  <a:moveTo>
                    <a:pt x="3244723" y="6493002"/>
                  </a:moveTo>
                  <a:cubicBezTo>
                    <a:pt x="3221863" y="6493002"/>
                    <a:pt x="3206623" y="6470142"/>
                    <a:pt x="3206623" y="6454902"/>
                  </a:cubicBezTo>
                  <a:cubicBezTo>
                    <a:pt x="3206623" y="6432042"/>
                    <a:pt x="3221863" y="6416802"/>
                    <a:pt x="3244723" y="6416802"/>
                  </a:cubicBezTo>
                  <a:cubicBezTo>
                    <a:pt x="3252343" y="6416802"/>
                    <a:pt x="3252343" y="6416802"/>
                    <a:pt x="3252343" y="6416802"/>
                  </a:cubicBezTo>
                  <a:cubicBezTo>
                    <a:pt x="3275203" y="6416802"/>
                    <a:pt x="3290443" y="6432042"/>
                    <a:pt x="3290443" y="6454902"/>
                  </a:cubicBezTo>
                  <a:cubicBezTo>
                    <a:pt x="3290443" y="6470142"/>
                    <a:pt x="3275203" y="6493002"/>
                    <a:pt x="3252343" y="6493002"/>
                  </a:cubicBezTo>
                  <a:cubicBezTo>
                    <a:pt x="3252343" y="6493002"/>
                    <a:pt x="3252343" y="6493002"/>
                    <a:pt x="3244723" y="6493002"/>
                  </a:cubicBezTo>
                  <a:close/>
                  <a:moveTo>
                    <a:pt x="3023870" y="6485382"/>
                  </a:moveTo>
                  <a:cubicBezTo>
                    <a:pt x="3008630" y="6477762"/>
                    <a:pt x="2993390" y="6462522"/>
                    <a:pt x="2993390" y="6439662"/>
                  </a:cubicBezTo>
                  <a:cubicBezTo>
                    <a:pt x="2993390" y="6424422"/>
                    <a:pt x="3008630" y="6409182"/>
                    <a:pt x="3031490" y="6409182"/>
                  </a:cubicBezTo>
                  <a:cubicBezTo>
                    <a:pt x="3054350" y="6409182"/>
                    <a:pt x="3069590" y="6424422"/>
                    <a:pt x="3069590" y="6447282"/>
                  </a:cubicBezTo>
                  <a:cubicBezTo>
                    <a:pt x="3069590" y="6470142"/>
                    <a:pt x="3046730" y="6485382"/>
                    <a:pt x="3031490" y="6485382"/>
                  </a:cubicBezTo>
                  <a:cubicBezTo>
                    <a:pt x="3031490" y="6485382"/>
                    <a:pt x="3031490" y="6485382"/>
                    <a:pt x="3023870" y="6485382"/>
                  </a:cubicBezTo>
                  <a:close/>
                  <a:moveTo>
                    <a:pt x="3427603" y="6447282"/>
                  </a:moveTo>
                  <a:cubicBezTo>
                    <a:pt x="3427603" y="6424422"/>
                    <a:pt x="3442843" y="6409182"/>
                    <a:pt x="3465703" y="6409182"/>
                  </a:cubicBezTo>
                  <a:cubicBezTo>
                    <a:pt x="3480943" y="6401562"/>
                    <a:pt x="3503803" y="6424422"/>
                    <a:pt x="3503803" y="6439662"/>
                  </a:cubicBezTo>
                  <a:cubicBezTo>
                    <a:pt x="3503803" y="6462522"/>
                    <a:pt x="3488563" y="6477762"/>
                    <a:pt x="3465703" y="6485382"/>
                  </a:cubicBezTo>
                  <a:cubicBezTo>
                    <a:pt x="3442843" y="6485382"/>
                    <a:pt x="3427603" y="6470142"/>
                    <a:pt x="3427603" y="6447282"/>
                  </a:cubicBezTo>
                  <a:close/>
                  <a:moveTo>
                    <a:pt x="2810637" y="6462522"/>
                  </a:moveTo>
                  <a:cubicBezTo>
                    <a:pt x="2787777" y="6454902"/>
                    <a:pt x="2772537" y="6439662"/>
                    <a:pt x="2780157" y="6416802"/>
                  </a:cubicBezTo>
                  <a:cubicBezTo>
                    <a:pt x="2780157" y="6401562"/>
                    <a:pt x="2803017" y="6386322"/>
                    <a:pt x="2818257" y="6386322"/>
                  </a:cubicBezTo>
                  <a:cubicBezTo>
                    <a:pt x="2841117" y="6386322"/>
                    <a:pt x="2856357" y="6409182"/>
                    <a:pt x="2856357" y="6432042"/>
                  </a:cubicBezTo>
                  <a:cubicBezTo>
                    <a:pt x="2848737" y="6447282"/>
                    <a:pt x="2833497" y="6462522"/>
                    <a:pt x="2818257" y="6462522"/>
                  </a:cubicBezTo>
                  <a:cubicBezTo>
                    <a:pt x="2818257" y="6462522"/>
                    <a:pt x="2810637" y="6462522"/>
                    <a:pt x="2810637" y="6462522"/>
                  </a:cubicBezTo>
                  <a:close/>
                  <a:moveTo>
                    <a:pt x="3640836" y="6424422"/>
                  </a:moveTo>
                  <a:cubicBezTo>
                    <a:pt x="3640836" y="6409182"/>
                    <a:pt x="3656076" y="6386322"/>
                    <a:pt x="3671316" y="6386322"/>
                  </a:cubicBezTo>
                  <a:cubicBezTo>
                    <a:pt x="3694176" y="6378702"/>
                    <a:pt x="3709416" y="6393942"/>
                    <a:pt x="3717036" y="6416802"/>
                  </a:cubicBezTo>
                  <a:cubicBezTo>
                    <a:pt x="3717036" y="6439662"/>
                    <a:pt x="3701796" y="6454902"/>
                    <a:pt x="3686556" y="6462522"/>
                  </a:cubicBezTo>
                  <a:cubicBezTo>
                    <a:pt x="3678936" y="6462522"/>
                    <a:pt x="3678936" y="6462522"/>
                    <a:pt x="3678936" y="6462522"/>
                  </a:cubicBezTo>
                  <a:cubicBezTo>
                    <a:pt x="3656076" y="6462522"/>
                    <a:pt x="3640836" y="6447282"/>
                    <a:pt x="3640836" y="6424422"/>
                  </a:cubicBezTo>
                  <a:close/>
                  <a:moveTo>
                    <a:pt x="2597404" y="6424422"/>
                  </a:moveTo>
                  <a:cubicBezTo>
                    <a:pt x="2574544" y="6424422"/>
                    <a:pt x="2566924" y="6401562"/>
                    <a:pt x="2566924" y="6378702"/>
                  </a:cubicBezTo>
                  <a:cubicBezTo>
                    <a:pt x="2574544" y="6363462"/>
                    <a:pt x="2589784" y="6348222"/>
                    <a:pt x="2612644" y="6348222"/>
                  </a:cubicBezTo>
                  <a:cubicBezTo>
                    <a:pt x="2635504" y="6355842"/>
                    <a:pt x="2650744" y="6378702"/>
                    <a:pt x="2643124" y="6393942"/>
                  </a:cubicBezTo>
                  <a:cubicBezTo>
                    <a:pt x="2635504" y="6416802"/>
                    <a:pt x="2620264" y="6424422"/>
                    <a:pt x="2605024" y="6424422"/>
                  </a:cubicBezTo>
                  <a:cubicBezTo>
                    <a:pt x="2605024" y="6424422"/>
                    <a:pt x="2597404" y="6424422"/>
                    <a:pt x="2597404" y="6424422"/>
                  </a:cubicBezTo>
                  <a:close/>
                  <a:moveTo>
                    <a:pt x="3854196" y="6393942"/>
                  </a:moveTo>
                  <a:cubicBezTo>
                    <a:pt x="3846576" y="6371082"/>
                    <a:pt x="3861816" y="6355842"/>
                    <a:pt x="3884676" y="6348222"/>
                  </a:cubicBezTo>
                  <a:cubicBezTo>
                    <a:pt x="3899916" y="6348222"/>
                    <a:pt x="3922776" y="6355842"/>
                    <a:pt x="3930396" y="6378702"/>
                  </a:cubicBezTo>
                  <a:cubicBezTo>
                    <a:pt x="3930396" y="6401562"/>
                    <a:pt x="3915156" y="6416802"/>
                    <a:pt x="3899916" y="6424422"/>
                  </a:cubicBezTo>
                  <a:cubicBezTo>
                    <a:pt x="3892296" y="6424422"/>
                    <a:pt x="3892296" y="6424422"/>
                    <a:pt x="3892296" y="6424422"/>
                  </a:cubicBezTo>
                  <a:cubicBezTo>
                    <a:pt x="3869436" y="6424422"/>
                    <a:pt x="3854196" y="6409182"/>
                    <a:pt x="3854196" y="6393942"/>
                  </a:cubicBezTo>
                  <a:close/>
                  <a:moveTo>
                    <a:pt x="2384171" y="6378702"/>
                  </a:moveTo>
                  <a:cubicBezTo>
                    <a:pt x="2368931" y="6371082"/>
                    <a:pt x="2353691" y="6348222"/>
                    <a:pt x="2361311" y="6325362"/>
                  </a:cubicBezTo>
                  <a:cubicBezTo>
                    <a:pt x="2368931" y="6310122"/>
                    <a:pt x="2384171" y="6294882"/>
                    <a:pt x="2407031" y="6302502"/>
                  </a:cubicBezTo>
                  <a:cubicBezTo>
                    <a:pt x="2429891" y="6310122"/>
                    <a:pt x="2437511" y="6325362"/>
                    <a:pt x="2437511" y="6348222"/>
                  </a:cubicBezTo>
                  <a:cubicBezTo>
                    <a:pt x="2429891" y="6363462"/>
                    <a:pt x="2414651" y="6378702"/>
                    <a:pt x="2399411" y="6378702"/>
                  </a:cubicBezTo>
                  <a:cubicBezTo>
                    <a:pt x="2391791" y="6378702"/>
                    <a:pt x="2391791" y="6378702"/>
                    <a:pt x="2384171" y="6378702"/>
                  </a:cubicBezTo>
                  <a:close/>
                  <a:moveTo>
                    <a:pt x="4059809" y="6348222"/>
                  </a:moveTo>
                  <a:cubicBezTo>
                    <a:pt x="4052189" y="6325362"/>
                    <a:pt x="4067429" y="6302502"/>
                    <a:pt x="4090289" y="6302502"/>
                  </a:cubicBezTo>
                  <a:cubicBezTo>
                    <a:pt x="4105529" y="6294882"/>
                    <a:pt x="4128389" y="6302502"/>
                    <a:pt x="4136009" y="6325362"/>
                  </a:cubicBezTo>
                  <a:cubicBezTo>
                    <a:pt x="4143629" y="6348222"/>
                    <a:pt x="4128389" y="6371082"/>
                    <a:pt x="4105529" y="6371082"/>
                  </a:cubicBezTo>
                  <a:cubicBezTo>
                    <a:pt x="4105529" y="6371082"/>
                    <a:pt x="4097909" y="6371082"/>
                    <a:pt x="4097909" y="6371082"/>
                  </a:cubicBezTo>
                  <a:cubicBezTo>
                    <a:pt x="4082669" y="6371082"/>
                    <a:pt x="4067429" y="6363462"/>
                    <a:pt x="4059809" y="6348222"/>
                  </a:cubicBezTo>
                  <a:close/>
                  <a:moveTo>
                    <a:pt x="2178558" y="6310122"/>
                  </a:moveTo>
                  <a:cubicBezTo>
                    <a:pt x="2163318" y="6302502"/>
                    <a:pt x="2148078" y="6279642"/>
                    <a:pt x="2155698" y="6264402"/>
                  </a:cubicBezTo>
                  <a:cubicBezTo>
                    <a:pt x="2163318" y="6241542"/>
                    <a:pt x="2186178" y="6233922"/>
                    <a:pt x="2209038" y="6241542"/>
                  </a:cubicBezTo>
                  <a:cubicBezTo>
                    <a:pt x="2224278" y="6249162"/>
                    <a:pt x="2239518" y="6264402"/>
                    <a:pt x="2231898" y="6287262"/>
                  </a:cubicBezTo>
                  <a:cubicBezTo>
                    <a:pt x="2224278" y="6302502"/>
                    <a:pt x="2209038" y="6310122"/>
                    <a:pt x="2193798" y="6310122"/>
                  </a:cubicBezTo>
                  <a:cubicBezTo>
                    <a:pt x="2186178" y="6310122"/>
                    <a:pt x="2186178" y="6310122"/>
                    <a:pt x="2178558" y="6310122"/>
                  </a:cubicBezTo>
                  <a:close/>
                  <a:moveTo>
                    <a:pt x="4265549" y="6287262"/>
                  </a:moveTo>
                  <a:cubicBezTo>
                    <a:pt x="4257929" y="6264402"/>
                    <a:pt x="4273169" y="6241542"/>
                    <a:pt x="4288409" y="6233922"/>
                  </a:cubicBezTo>
                  <a:cubicBezTo>
                    <a:pt x="4311269" y="6226302"/>
                    <a:pt x="4334129" y="6241542"/>
                    <a:pt x="4341749" y="6256782"/>
                  </a:cubicBezTo>
                  <a:cubicBezTo>
                    <a:pt x="4341749" y="6279642"/>
                    <a:pt x="4334129" y="6302502"/>
                    <a:pt x="4311269" y="6310122"/>
                  </a:cubicBezTo>
                  <a:cubicBezTo>
                    <a:pt x="4311269" y="6310122"/>
                    <a:pt x="4303649" y="6310122"/>
                    <a:pt x="4303649" y="6310122"/>
                  </a:cubicBezTo>
                  <a:cubicBezTo>
                    <a:pt x="4288409" y="6310122"/>
                    <a:pt x="4273169" y="6302502"/>
                    <a:pt x="4265549" y="6287262"/>
                  </a:cubicBezTo>
                  <a:close/>
                  <a:moveTo>
                    <a:pt x="1980565" y="6233922"/>
                  </a:moveTo>
                  <a:cubicBezTo>
                    <a:pt x="1957705" y="6226302"/>
                    <a:pt x="1950085" y="6203442"/>
                    <a:pt x="1957705" y="6180582"/>
                  </a:cubicBezTo>
                  <a:cubicBezTo>
                    <a:pt x="1965325" y="6165342"/>
                    <a:pt x="1988185" y="6157722"/>
                    <a:pt x="2011045" y="6165342"/>
                  </a:cubicBezTo>
                  <a:cubicBezTo>
                    <a:pt x="2026285" y="6172962"/>
                    <a:pt x="2033905" y="6195822"/>
                    <a:pt x="2026285" y="6211062"/>
                  </a:cubicBezTo>
                  <a:cubicBezTo>
                    <a:pt x="2018665" y="6226302"/>
                    <a:pt x="2011045" y="6233922"/>
                    <a:pt x="1995805" y="6233922"/>
                  </a:cubicBezTo>
                  <a:cubicBezTo>
                    <a:pt x="1988185" y="6233922"/>
                    <a:pt x="1980565" y="6233922"/>
                    <a:pt x="1980565" y="6233922"/>
                  </a:cubicBezTo>
                  <a:close/>
                  <a:moveTo>
                    <a:pt x="4463542" y="6211062"/>
                  </a:moveTo>
                  <a:cubicBezTo>
                    <a:pt x="4455922" y="6188202"/>
                    <a:pt x="4463542" y="6165342"/>
                    <a:pt x="4486402" y="6157722"/>
                  </a:cubicBezTo>
                  <a:cubicBezTo>
                    <a:pt x="4509262" y="6150102"/>
                    <a:pt x="4524502" y="6157722"/>
                    <a:pt x="4539742" y="6180582"/>
                  </a:cubicBezTo>
                  <a:cubicBezTo>
                    <a:pt x="4547362" y="6195822"/>
                    <a:pt x="4532122" y="6218682"/>
                    <a:pt x="4516882" y="6226302"/>
                  </a:cubicBezTo>
                  <a:cubicBezTo>
                    <a:pt x="4509262" y="6233922"/>
                    <a:pt x="4509262" y="6233922"/>
                    <a:pt x="4501642" y="6233922"/>
                  </a:cubicBezTo>
                  <a:cubicBezTo>
                    <a:pt x="4486402" y="6233922"/>
                    <a:pt x="4471162" y="6226302"/>
                    <a:pt x="4463542" y="6211062"/>
                  </a:cubicBezTo>
                  <a:close/>
                  <a:moveTo>
                    <a:pt x="1782445" y="6142482"/>
                  </a:moveTo>
                  <a:cubicBezTo>
                    <a:pt x="1759585" y="6134862"/>
                    <a:pt x="1751965" y="6112002"/>
                    <a:pt x="1767205" y="6089142"/>
                  </a:cubicBezTo>
                  <a:cubicBezTo>
                    <a:pt x="1774825" y="6073902"/>
                    <a:pt x="1797685" y="6066282"/>
                    <a:pt x="1812925" y="6073902"/>
                  </a:cubicBezTo>
                  <a:cubicBezTo>
                    <a:pt x="1835785" y="6081522"/>
                    <a:pt x="1843405" y="6104382"/>
                    <a:pt x="1835785" y="6127242"/>
                  </a:cubicBezTo>
                  <a:cubicBezTo>
                    <a:pt x="1828165" y="6134862"/>
                    <a:pt x="1812925" y="6142482"/>
                    <a:pt x="1797685" y="6142482"/>
                  </a:cubicBezTo>
                  <a:cubicBezTo>
                    <a:pt x="1790065" y="6142482"/>
                    <a:pt x="1790065" y="6142482"/>
                    <a:pt x="1782445" y="6142482"/>
                  </a:cubicBezTo>
                  <a:close/>
                  <a:moveTo>
                    <a:pt x="4661535" y="6119622"/>
                  </a:moveTo>
                  <a:cubicBezTo>
                    <a:pt x="4653915" y="6104382"/>
                    <a:pt x="4661535" y="6081522"/>
                    <a:pt x="4676775" y="6073902"/>
                  </a:cubicBezTo>
                  <a:cubicBezTo>
                    <a:pt x="4699635" y="6058662"/>
                    <a:pt x="4722495" y="6066282"/>
                    <a:pt x="4730115" y="6089142"/>
                  </a:cubicBezTo>
                  <a:cubicBezTo>
                    <a:pt x="4737735" y="6104382"/>
                    <a:pt x="4730115" y="6127242"/>
                    <a:pt x="4714875" y="6134862"/>
                  </a:cubicBezTo>
                  <a:cubicBezTo>
                    <a:pt x="4707255" y="6142482"/>
                    <a:pt x="4699635" y="6142482"/>
                    <a:pt x="4692015" y="6142482"/>
                  </a:cubicBezTo>
                  <a:cubicBezTo>
                    <a:pt x="4684395" y="6142482"/>
                    <a:pt x="4669155" y="6134862"/>
                    <a:pt x="4661535" y="6119622"/>
                  </a:cubicBezTo>
                  <a:close/>
                  <a:moveTo>
                    <a:pt x="1592072" y="6035802"/>
                  </a:moveTo>
                  <a:cubicBezTo>
                    <a:pt x="1576832" y="6028182"/>
                    <a:pt x="1569212" y="6005322"/>
                    <a:pt x="1576832" y="5982462"/>
                  </a:cubicBezTo>
                  <a:cubicBezTo>
                    <a:pt x="1592072" y="5967222"/>
                    <a:pt x="1614932" y="5959602"/>
                    <a:pt x="1630172" y="5974842"/>
                  </a:cubicBezTo>
                  <a:cubicBezTo>
                    <a:pt x="1645412" y="5982462"/>
                    <a:pt x="1653032" y="6005322"/>
                    <a:pt x="1645412" y="6020562"/>
                  </a:cubicBezTo>
                  <a:cubicBezTo>
                    <a:pt x="1637792" y="6035802"/>
                    <a:pt x="1622552" y="6043422"/>
                    <a:pt x="1607312" y="6043422"/>
                  </a:cubicBezTo>
                  <a:cubicBezTo>
                    <a:pt x="1607312" y="6043422"/>
                    <a:pt x="1599692" y="6043422"/>
                    <a:pt x="1592072" y="6035802"/>
                  </a:cubicBezTo>
                  <a:close/>
                  <a:moveTo>
                    <a:pt x="4852035" y="6020562"/>
                  </a:moveTo>
                  <a:cubicBezTo>
                    <a:pt x="4836795" y="6005322"/>
                    <a:pt x="4844415" y="5982462"/>
                    <a:pt x="4859655" y="5967222"/>
                  </a:cubicBezTo>
                  <a:cubicBezTo>
                    <a:pt x="4882515" y="5959602"/>
                    <a:pt x="4905375" y="5959602"/>
                    <a:pt x="4912995" y="5982462"/>
                  </a:cubicBezTo>
                  <a:cubicBezTo>
                    <a:pt x="4928235" y="5997702"/>
                    <a:pt x="4920615" y="6020562"/>
                    <a:pt x="4905375" y="6035802"/>
                  </a:cubicBezTo>
                  <a:cubicBezTo>
                    <a:pt x="4897755" y="6035802"/>
                    <a:pt x="4890135" y="6035802"/>
                    <a:pt x="4882515" y="6035802"/>
                  </a:cubicBezTo>
                  <a:cubicBezTo>
                    <a:pt x="4867275" y="6035802"/>
                    <a:pt x="4859655" y="6035802"/>
                    <a:pt x="4852035" y="6020562"/>
                  </a:cubicBezTo>
                  <a:close/>
                  <a:moveTo>
                    <a:pt x="1409319" y="5921502"/>
                  </a:moveTo>
                  <a:cubicBezTo>
                    <a:pt x="1394079" y="5906262"/>
                    <a:pt x="1386459" y="5883402"/>
                    <a:pt x="1401699" y="5868162"/>
                  </a:cubicBezTo>
                  <a:cubicBezTo>
                    <a:pt x="1409319" y="5852922"/>
                    <a:pt x="1432179" y="5845302"/>
                    <a:pt x="1455039" y="5860542"/>
                  </a:cubicBezTo>
                  <a:cubicBezTo>
                    <a:pt x="1470279" y="5868162"/>
                    <a:pt x="1470279" y="5891022"/>
                    <a:pt x="1462659" y="5906262"/>
                  </a:cubicBezTo>
                  <a:cubicBezTo>
                    <a:pt x="1455039" y="5921502"/>
                    <a:pt x="1439799" y="5929122"/>
                    <a:pt x="1432179" y="5929122"/>
                  </a:cubicBezTo>
                  <a:cubicBezTo>
                    <a:pt x="1424559" y="5929122"/>
                    <a:pt x="1416939" y="5921502"/>
                    <a:pt x="1409319" y="5921502"/>
                  </a:cubicBezTo>
                  <a:close/>
                  <a:moveTo>
                    <a:pt x="5034788" y="5906262"/>
                  </a:moveTo>
                  <a:cubicBezTo>
                    <a:pt x="5019548" y="5891022"/>
                    <a:pt x="5027168" y="5868162"/>
                    <a:pt x="5042408" y="5852922"/>
                  </a:cubicBezTo>
                  <a:cubicBezTo>
                    <a:pt x="5057648" y="5845302"/>
                    <a:pt x="5080508" y="5845302"/>
                    <a:pt x="5095748" y="5860542"/>
                  </a:cubicBezTo>
                  <a:cubicBezTo>
                    <a:pt x="5103368" y="5883402"/>
                    <a:pt x="5103368" y="5906262"/>
                    <a:pt x="5080508" y="5913882"/>
                  </a:cubicBezTo>
                  <a:cubicBezTo>
                    <a:pt x="5080508" y="5921502"/>
                    <a:pt x="5072888" y="5921502"/>
                    <a:pt x="5065268" y="5921502"/>
                  </a:cubicBezTo>
                  <a:cubicBezTo>
                    <a:pt x="5050028" y="5921502"/>
                    <a:pt x="5034788" y="5913882"/>
                    <a:pt x="5034788" y="5906262"/>
                  </a:cubicBezTo>
                  <a:close/>
                  <a:moveTo>
                    <a:pt x="1234059" y="5791962"/>
                  </a:moveTo>
                  <a:cubicBezTo>
                    <a:pt x="1218819" y="5776722"/>
                    <a:pt x="1211199" y="5753862"/>
                    <a:pt x="1226439" y="5738622"/>
                  </a:cubicBezTo>
                  <a:cubicBezTo>
                    <a:pt x="1241679" y="5723382"/>
                    <a:pt x="1264539" y="5715762"/>
                    <a:pt x="1279779" y="5731002"/>
                  </a:cubicBezTo>
                  <a:cubicBezTo>
                    <a:pt x="1295019" y="5746242"/>
                    <a:pt x="1302639" y="5769102"/>
                    <a:pt x="1287399" y="5784342"/>
                  </a:cubicBezTo>
                  <a:cubicBezTo>
                    <a:pt x="1279779" y="5791962"/>
                    <a:pt x="1272159" y="5799582"/>
                    <a:pt x="1256919" y="5799582"/>
                  </a:cubicBezTo>
                  <a:cubicBezTo>
                    <a:pt x="1249299" y="5799582"/>
                    <a:pt x="1241679" y="5799582"/>
                    <a:pt x="1234059" y="5791962"/>
                  </a:cubicBezTo>
                  <a:close/>
                  <a:moveTo>
                    <a:pt x="5202301" y="5784342"/>
                  </a:moveTo>
                  <a:cubicBezTo>
                    <a:pt x="5194681" y="5761482"/>
                    <a:pt x="5194681" y="5738622"/>
                    <a:pt x="5209921" y="5731002"/>
                  </a:cubicBezTo>
                  <a:cubicBezTo>
                    <a:pt x="5225161" y="5715762"/>
                    <a:pt x="5248021" y="5715762"/>
                    <a:pt x="5263261" y="5731002"/>
                  </a:cubicBezTo>
                  <a:cubicBezTo>
                    <a:pt x="5278501" y="5753862"/>
                    <a:pt x="5270881" y="5776722"/>
                    <a:pt x="5255641" y="5784342"/>
                  </a:cubicBezTo>
                  <a:cubicBezTo>
                    <a:pt x="5248021" y="5791962"/>
                    <a:pt x="5240401" y="5791962"/>
                    <a:pt x="5232781" y="5791962"/>
                  </a:cubicBezTo>
                  <a:cubicBezTo>
                    <a:pt x="5225161" y="5791962"/>
                    <a:pt x="5209921" y="5791962"/>
                    <a:pt x="5202301" y="5784342"/>
                  </a:cubicBezTo>
                  <a:close/>
                  <a:moveTo>
                    <a:pt x="1066292" y="5647055"/>
                  </a:moveTo>
                  <a:cubicBezTo>
                    <a:pt x="1051052" y="5639435"/>
                    <a:pt x="1051052" y="5608955"/>
                    <a:pt x="1066292" y="5593715"/>
                  </a:cubicBezTo>
                  <a:cubicBezTo>
                    <a:pt x="1081532" y="5578475"/>
                    <a:pt x="1104392" y="5578475"/>
                    <a:pt x="1119632" y="5593715"/>
                  </a:cubicBezTo>
                  <a:cubicBezTo>
                    <a:pt x="1134872" y="5608955"/>
                    <a:pt x="1134872" y="5631815"/>
                    <a:pt x="1119632" y="5647055"/>
                  </a:cubicBezTo>
                  <a:cubicBezTo>
                    <a:pt x="1112012" y="5654675"/>
                    <a:pt x="1104392" y="5662295"/>
                    <a:pt x="1096772" y="5662295"/>
                  </a:cubicBezTo>
                  <a:cubicBezTo>
                    <a:pt x="1081532" y="5662295"/>
                    <a:pt x="1073912" y="5654675"/>
                    <a:pt x="1066292" y="5647055"/>
                  </a:cubicBezTo>
                  <a:close/>
                  <a:moveTo>
                    <a:pt x="5369687" y="5647055"/>
                  </a:moveTo>
                  <a:cubicBezTo>
                    <a:pt x="5354447" y="5631815"/>
                    <a:pt x="5354447" y="5601335"/>
                    <a:pt x="5369687" y="5593715"/>
                  </a:cubicBezTo>
                  <a:cubicBezTo>
                    <a:pt x="5384927" y="5578475"/>
                    <a:pt x="5407787" y="5578475"/>
                    <a:pt x="5423027" y="5593715"/>
                  </a:cubicBezTo>
                  <a:cubicBezTo>
                    <a:pt x="5438267" y="5608955"/>
                    <a:pt x="5438267" y="5631815"/>
                    <a:pt x="5423027" y="5647055"/>
                  </a:cubicBezTo>
                  <a:cubicBezTo>
                    <a:pt x="5415407" y="5654675"/>
                    <a:pt x="5407787" y="5654675"/>
                    <a:pt x="5400167" y="5654675"/>
                  </a:cubicBezTo>
                  <a:cubicBezTo>
                    <a:pt x="5384927" y="5654675"/>
                    <a:pt x="5377307" y="5654675"/>
                    <a:pt x="5369687" y="5647055"/>
                  </a:cubicBezTo>
                  <a:close/>
                  <a:moveTo>
                    <a:pt x="914019" y="5502275"/>
                  </a:moveTo>
                  <a:cubicBezTo>
                    <a:pt x="898779" y="5487035"/>
                    <a:pt x="898779" y="5464175"/>
                    <a:pt x="914019" y="5448935"/>
                  </a:cubicBezTo>
                  <a:cubicBezTo>
                    <a:pt x="929259" y="5433695"/>
                    <a:pt x="952119" y="5433695"/>
                    <a:pt x="967359" y="5448935"/>
                  </a:cubicBezTo>
                  <a:cubicBezTo>
                    <a:pt x="982599" y="5464175"/>
                    <a:pt x="982599" y="5487035"/>
                    <a:pt x="967359" y="5502275"/>
                  </a:cubicBezTo>
                  <a:cubicBezTo>
                    <a:pt x="959739" y="5509895"/>
                    <a:pt x="952119" y="5509895"/>
                    <a:pt x="936879" y="5509895"/>
                  </a:cubicBezTo>
                  <a:cubicBezTo>
                    <a:pt x="929259" y="5509895"/>
                    <a:pt x="921639" y="5509895"/>
                    <a:pt x="914019" y="5502275"/>
                  </a:cubicBezTo>
                  <a:close/>
                  <a:moveTo>
                    <a:pt x="5522087" y="5494655"/>
                  </a:moveTo>
                  <a:cubicBezTo>
                    <a:pt x="5506847" y="5479415"/>
                    <a:pt x="5506847" y="5456555"/>
                    <a:pt x="5522087" y="5441315"/>
                  </a:cubicBezTo>
                  <a:cubicBezTo>
                    <a:pt x="5537327" y="5426075"/>
                    <a:pt x="5560187" y="5426075"/>
                    <a:pt x="5575427" y="5441315"/>
                  </a:cubicBezTo>
                  <a:cubicBezTo>
                    <a:pt x="5590667" y="5456555"/>
                    <a:pt x="5590667" y="5479415"/>
                    <a:pt x="5575427" y="5494655"/>
                  </a:cubicBezTo>
                  <a:cubicBezTo>
                    <a:pt x="5567807" y="5502275"/>
                    <a:pt x="5560187" y="5509895"/>
                    <a:pt x="5552567" y="5509895"/>
                  </a:cubicBezTo>
                  <a:cubicBezTo>
                    <a:pt x="5544947" y="5509895"/>
                    <a:pt x="5529707" y="5502275"/>
                    <a:pt x="5522087" y="5494655"/>
                  </a:cubicBezTo>
                  <a:close/>
                  <a:moveTo>
                    <a:pt x="769366" y="5342255"/>
                  </a:moveTo>
                  <a:cubicBezTo>
                    <a:pt x="754126" y="5319395"/>
                    <a:pt x="754126" y="5296535"/>
                    <a:pt x="769366" y="5288915"/>
                  </a:cubicBezTo>
                  <a:cubicBezTo>
                    <a:pt x="784606" y="5273675"/>
                    <a:pt x="815086" y="5273675"/>
                    <a:pt x="822706" y="5288915"/>
                  </a:cubicBezTo>
                  <a:cubicBezTo>
                    <a:pt x="837946" y="5304155"/>
                    <a:pt x="837946" y="5327015"/>
                    <a:pt x="822706" y="5342255"/>
                  </a:cubicBezTo>
                  <a:cubicBezTo>
                    <a:pt x="815086" y="5349875"/>
                    <a:pt x="807466" y="5349875"/>
                    <a:pt x="799846" y="5349875"/>
                  </a:cubicBezTo>
                  <a:cubicBezTo>
                    <a:pt x="784606" y="5349875"/>
                    <a:pt x="776986" y="5349875"/>
                    <a:pt x="769366" y="5342255"/>
                  </a:cubicBezTo>
                  <a:close/>
                  <a:moveTo>
                    <a:pt x="5666867" y="5342255"/>
                  </a:moveTo>
                  <a:cubicBezTo>
                    <a:pt x="5651627" y="5327015"/>
                    <a:pt x="5651627" y="5304155"/>
                    <a:pt x="5666867" y="5288915"/>
                  </a:cubicBezTo>
                  <a:cubicBezTo>
                    <a:pt x="5682107" y="5266055"/>
                    <a:pt x="5704967" y="5266055"/>
                    <a:pt x="5720207" y="5281295"/>
                  </a:cubicBezTo>
                  <a:cubicBezTo>
                    <a:pt x="5735447" y="5296535"/>
                    <a:pt x="5735447" y="5319395"/>
                    <a:pt x="5720207" y="5334635"/>
                  </a:cubicBezTo>
                  <a:cubicBezTo>
                    <a:pt x="5712587" y="5342255"/>
                    <a:pt x="5704967" y="5349875"/>
                    <a:pt x="5697347" y="5349875"/>
                  </a:cubicBezTo>
                  <a:cubicBezTo>
                    <a:pt x="5682107" y="5349875"/>
                    <a:pt x="5674487" y="5342255"/>
                    <a:pt x="5666867" y="5342255"/>
                  </a:cubicBezTo>
                  <a:close/>
                  <a:moveTo>
                    <a:pt x="632206" y="5166995"/>
                  </a:moveTo>
                  <a:cubicBezTo>
                    <a:pt x="616966" y="5151755"/>
                    <a:pt x="624586" y="5128895"/>
                    <a:pt x="639826" y="5113655"/>
                  </a:cubicBezTo>
                  <a:cubicBezTo>
                    <a:pt x="655066" y="5106035"/>
                    <a:pt x="685546" y="5106035"/>
                    <a:pt x="693166" y="5121275"/>
                  </a:cubicBezTo>
                  <a:cubicBezTo>
                    <a:pt x="708406" y="5144135"/>
                    <a:pt x="700786" y="5166995"/>
                    <a:pt x="685546" y="5174615"/>
                  </a:cubicBezTo>
                  <a:cubicBezTo>
                    <a:pt x="677926" y="5182235"/>
                    <a:pt x="670306" y="5182235"/>
                    <a:pt x="662686" y="5182235"/>
                  </a:cubicBezTo>
                  <a:cubicBezTo>
                    <a:pt x="655066" y="5182235"/>
                    <a:pt x="639826" y="5182235"/>
                    <a:pt x="632206" y="5166995"/>
                  </a:cubicBezTo>
                  <a:close/>
                  <a:moveTo>
                    <a:pt x="5803900" y="5174615"/>
                  </a:moveTo>
                  <a:cubicBezTo>
                    <a:pt x="5788660" y="5159375"/>
                    <a:pt x="5781040" y="5136515"/>
                    <a:pt x="5796280" y="5121275"/>
                  </a:cubicBezTo>
                  <a:cubicBezTo>
                    <a:pt x="5811520" y="5106035"/>
                    <a:pt x="5834380" y="5098415"/>
                    <a:pt x="5849620" y="5113655"/>
                  </a:cubicBezTo>
                  <a:cubicBezTo>
                    <a:pt x="5864860" y="5121275"/>
                    <a:pt x="5872480" y="5144135"/>
                    <a:pt x="5857240" y="5166995"/>
                  </a:cubicBezTo>
                  <a:cubicBezTo>
                    <a:pt x="5849620" y="5174615"/>
                    <a:pt x="5842000" y="5182235"/>
                    <a:pt x="5826760" y="5182235"/>
                  </a:cubicBezTo>
                  <a:cubicBezTo>
                    <a:pt x="5819140" y="5182235"/>
                    <a:pt x="5811520" y="5174615"/>
                    <a:pt x="5803900" y="5174615"/>
                  </a:cubicBezTo>
                  <a:close/>
                  <a:moveTo>
                    <a:pt x="510286" y="4991608"/>
                  </a:moveTo>
                  <a:cubicBezTo>
                    <a:pt x="495046" y="4976368"/>
                    <a:pt x="502666" y="4945888"/>
                    <a:pt x="517906" y="4938268"/>
                  </a:cubicBezTo>
                  <a:cubicBezTo>
                    <a:pt x="540766" y="4923028"/>
                    <a:pt x="563626" y="4930648"/>
                    <a:pt x="571246" y="4945888"/>
                  </a:cubicBezTo>
                  <a:cubicBezTo>
                    <a:pt x="586486" y="4968748"/>
                    <a:pt x="578866" y="4991608"/>
                    <a:pt x="563626" y="4999228"/>
                  </a:cubicBezTo>
                  <a:cubicBezTo>
                    <a:pt x="556006" y="5006848"/>
                    <a:pt x="548386" y="5006848"/>
                    <a:pt x="540766" y="5006848"/>
                  </a:cubicBezTo>
                  <a:cubicBezTo>
                    <a:pt x="533146" y="5006848"/>
                    <a:pt x="517906" y="4999228"/>
                    <a:pt x="510286" y="4991608"/>
                  </a:cubicBezTo>
                  <a:close/>
                  <a:moveTo>
                    <a:pt x="5925693" y="4999228"/>
                  </a:moveTo>
                  <a:cubicBezTo>
                    <a:pt x="5910453" y="4983988"/>
                    <a:pt x="5902833" y="4961128"/>
                    <a:pt x="5918073" y="4945888"/>
                  </a:cubicBezTo>
                  <a:cubicBezTo>
                    <a:pt x="5925693" y="4923028"/>
                    <a:pt x="5948553" y="4923028"/>
                    <a:pt x="5971413" y="4930648"/>
                  </a:cubicBezTo>
                  <a:cubicBezTo>
                    <a:pt x="5986653" y="4945888"/>
                    <a:pt x="5994273" y="4968748"/>
                    <a:pt x="5979033" y="4983988"/>
                  </a:cubicBezTo>
                  <a:cubicBezTo>
                    <a:pt x="5971413" y="4999228"/>
                    <a:pt x="5963793" y="5006848"/>
                    <a:pt x="5948553" y="5006848"/>
                  </a:cubicBezTo>
                  <a:cubicBezTo>
                    <a:pt x="5940933" y="5006848"/>
                    <a:pt x="5933313" y="4999228"/>
                    <a:pt x="5925693" y="4999228"/>
                  </a:cubicBezTo>
                  <a:close/>
                  <a:moveTo>
                    <a:pt x="396113" y="4801108"/>
                  </a:moveTo>
                  <a:cubicBezTo>
                    <a:pt x="388493" y="4785868"/>
                    <a:pt x="396113" y="4763008"/>
                    <a:pt x="411353" y="4755388"/>
                  </a:cubicBezTo>
                  <a:cubicBezTo>
                    <a:pt x="434213" y="4740148"/>
                    <a:pt x="457073" y="4747768"/>
                    <a:pt x="464693" y="4770628"/>
                  </a:cubicBezTo>
                  <a:cubicBezTo>
                    <a:pt x="479933" y="4785868"/>
                    <a:pt x="472313" y="4808728"/>
                    <a:pt x="449453" y="4816348"/>
                  </a:cubicBezTo>
                  <a:cubicBezTo>
                    <a:pt x="441833" y="4823968"/>
                    <a:pt x="441833" y="4823968"/>
                    <a:pt x="434213" y="4823968"/>
                  </a:cubicBezTo>
                  <a:cubicBezTo>
                    <a:pt x="418973" y="4823968"/>
                    <a:pt x="403733" y="4816348"/>
                    <a:pt x="396113" y="4801108"/>
                  </a:cubicBezTo>
                  <a:close/>
                  <a:moveTo>
                    <a:pt x="6039993" y="4816348"/>
                  </a:moveTo>
                  <a:cubicBezTo>
                    <a:pt x="6017133" y="4801108"/>
                    <a:pt x="6017133" y="4778248"/>
                    <a:pt x="6024753" y="4763008"/>
                  </a:cubicBezTo>
                  <a:cubicBezTo>
                    <a:pt x="6032373" y="4740148"/>
                    <a:pt x="6055233" y="4740148"/>
                    <a:pt x="6078093" y="4747768"/>
                  </a:cubicBezTo>
                  <a:cubicBezTo>
                    <a:pt x="6093333" y="4755388"/>
                    <a:pt x="6100953" y="4778248"/>
                    <a:pt x="6093333" y="4801108"/>
                  </a:cubicBezTo>
                  <a:cubicBezTo>
                    <a:pt x="6085713" y="4808728"/>
                    <a:pt x="6070473" y="4816348"/>
                    <a:pt x="6055233" y="4816348"/>
                  </a:cubicBezTo>
                  <a:cubicBezTo>
                    <a:pt x="6047613" y="4816348"/>
                    <a:pt x="6047613" y="4816348"/>
                    <a:pt x="6039993" y="4816348"/>
                  </a:cubicBezTo>
                  <a:close/>
                  <a:moveTo>
                    <a:pt x="304673" y="4610608"/>
                  </a:moveTo>
                  <a:cubicBezTo>
                    <a:pt x="289433" y="4595368"/>
                    <a:pt x="297053" y="4572508"/>
                    <a:pt x="319913" y="4557268"/>
                  </a:cubicBezTo>
                  <a:cubicBezTo>
                    <a:pt x="342773" y="4549648"/>
                    <a:pt x="358013" y="4557268"/>
                    <a:pt x="373253" y="4580128"/>
                  </a:cubicBezTo>
                  <a:cubicBezTo>
                    <a:pt x="380873" y="4595368"/>
                    <a:pt x="373253" y="4618228"/>
                    <a:pt x="350393" y="4625848"/>
                  </a:cubicBezTo>
                  <a:cubicBezTo>
                    <a:pt x="350393" y="4633468"/>
                    <a:pt x="342773" y="4633468"/>
                    <a:pt x="335153" y="4633468"/>
                  </a:cubicBezTo>
                  <a:cubicBezTo>
                    <a:pt x="319913" y="4633468"/>
                    <a:pt x="304673" y="4625848"/>
                    <a:pt x="304673" y="4610608"/>
                  </a:cubicBezTo>
                  <a:close/>
                  <a:moveTo>
                    <a:pt x="6139053" y="4625848"/>
                  </a:moveTo>
                  <a:cubicBezTo>
                    <a:pt x="6116193" y="4618228"/>
                    <a:pt x="6108573" y="4595368"/>
                    <a:pt x="6116193" y="4572508"/>
                  </a:cubicBezTo>
                  <a:cubicBezTo>
                    <a:pt x="6131433" y="4557268"/>
                    <a:pt x="6154293" y="4542028"/>
                    <a:pt x="6169533" y="4557268"/>
                  </a:cubicBezTo>
                  <a:cubicBezTo>
                    <a:pt x="6192393" y="4564888"/>
                    <a:pt x="6200013" y="4587748"/>
                    <a:pt x="6192393" y="4602988"/>
                  </a:cubicBezTo>
                  <a:cubicBezTo>
                    <a:pt x="6184773" y="4618228"/>
                    <a:pt x="6169533" y="4625848"/>
                    <a:pt x="6154293" y="4625848"/>
                  </a:cubicBezTo>
                  <a:cubicBezTo>
                    <a:pt x="6146673" y="4625848"/>
                    <a:pt x="6146673" y="4625848"/>
                    <a:pt x="6139053" y="4625848"/>
                  </a:cubicBezTo>
                  <a:close/>
                  <a:moveTo>
                    <a:pt x="213233" y="4412488"/>
                  </a:moveTo>
                  <a:cubicBezTo>
                    <a:pt x="205613" y="4389628"/>
                    <a:pt x="220853" y="4366768"/>
                    <a:pt x="236093" y="4359148"/>
                  </a:cubicBezTo>
                  <a:cubicBezTo>
                    <a:pt x="258953" y="4351528"/>
                    <a:pt x="281813" y="4366768"/>
                    <a:pt x="289433" y="4382008"/>
                  </a:cubicBezTo>
                  <a:cubicBezTo>
                    <a:pt x="297053" y="4404868"/>
                    <a:pt x="281813" y="4427728"/>
                    <a:pt x="266573" y="4435348"/>
                  </a:cubicBezTo>
                  <a:cubicBezTo>
                    <a:pt x="258953" y="4435348"/>
                    <a:pt x="258953" y="4435348"/>
                    <a:pt x="251333" y="4435348"/>
                  </a:cubicBezTo>
                  <a:cubicBezTo>
                    <a:pt x="236093" y="4435348"/>
                    <a:pt x="220853" y="4427728"/>
                    <a:pt x="213233" y="4412488"/>
                  </a:cubicBezTo>
                  <a:close/>
                  <a:moveTo>
                    <a:pt x="6222746" y="4427728"/>
                  </a:moveTo>
                  <a:cubicBezTo>
                    <a:pt x="6207506" y="4420108"/>
                    <a:pt x="6192266" y="4397248"/>
                    <a:pt x="6199886" y="4374388"/>
                  </a:cubicBezTo>
                  <a:cubicBezTo>
                    <a:pt x="6207506" y="4359148"/>
                    <a:pt x="6230366" y="4351528"/>
                    <a:pt x="6253226" y="4359148"/>
                  </a:cubicBezTo>
                  <a:cubicBezTo>
                    <a:pt x="6268466" y="4366768"/>
                    <a:pt x="6283706" y="4382008"/>
                    <a:pt x="6276086" y="4404868"/>
                  </a:cubicBezTo>
                  <a:cubicBezTo>
                    <a:pt x="6268466" y="4420108"/>
                    <a:pt x="6253226" y="4427728"/>
                    <a:pt x="6237986" y="4427728"/>
                  </a:cubicBezTo>
                  <a:cubicBezTo>
                    <a:pt x="6230366" y="4427728"/>
                    <a:pt x="6230366" y="4427728"/>
                    <a:pt x="6222746" y="4427728"/>
                  </a:cubicBezTo>
                  <a:close/>
                  <a:moveTo>
                    <a:pt x="144653" y="4206748"/>
                  </a:moveTo>
                  <a:cubicBezTo>
                    <a:pt x="137033" y="4183888"/>
                    <a:pt x="152273" y="4168648"/>
                    <a:pt x="167513" y="4161028"/>
                  </a:cubicBezTo>
                  <a:cubicBezTo>
                    <a:pt x="190373" y="4153408"/>
                    <a:pt x="213233" y="4161028"/>
                    <a:pt x="220853" y="4183888"/>
                  </a:cubicBezTo>
                  <a:cubicBezTo>
                    <a:pt x="220853" y="4206748"/>
                    <a:pt x="213233" y="4229608"/>
                    <a:pt x="190373" y="4229608"/>
                  </a:cubicBezTo>
                  <a:cubicBezTo>
                    <a:pt x="190373" y="4237228"/>
                    <a:pt x="182753" y="4237228"/>
                    <a:pt x="182753" y="4237228"/>
                  </a:cubicBezTo>
                  <a:cubicBezTo>
                    <a:pt x="167513" y="4237228"/>
                    <a:pt x="152273" y="4221988"/>
                    <a:pt x="144653" y="4206748"/>
                  </a:cubicBezTo>
                  <a:close/>
                  <a:moveTo>
                    <a:pt x="6298819" y="4221988"/>
                  </a:moveTo>
                  <a:cubicBezTo>
                    <a:pt x="6275959" y="4221988"/>
                    <a:pt x="6268339" y="4199128"/>
                    <a:pt x="6268339" y="4176268"/>
                  </a:cubicBezTo>
                  <a:cubicBezTo>
                    <a:pt x="6275959" y="4161028"/>
                    <a:pt x="6298819" y="4145788"/>
                    <a:pt x="6321679" y="4153408"/>
                  </a:cubicBezTo>
                  <a:cubicBezTo>
                    <a:pt x="6336919" y="4161028"/>
                    <a:pt x="6352159" y="4176268"/>
                    <a:pt x="6344539" y="4199128"/>
                  </a:cubicBezTo>
                  <a:cubicBezTo>
                    <a:pt x="6336919" y="4214368"/>
                    <a:pt x="6321679" y="4229608"/>
                    <a:pt x="6306439" y="4229608"/>
                  </a:cubicBezTo>
                  <a:cubicBezTo>
                    <a:pt x="6306439" y="4229608"/>
                    <a:pt x="6298819" y="4229608"/>
                    <a:pt x="6298819" y="4221988"/>
                  </a:cubicBezTo>
                  <a:close/>
                  <a:moveTo>
                    <a:pt x="91440" y="4000881"/>
                  </a:moveTo>
                  <a:cubicBezTo>
                    <a:pt x="83820" y="3978021"/>
                    <a:pt x="99060" y="3955161"/>
                    <a:pt x="114300" y="3955161"/>
                  </a:cubicBezTo>
                  <a:cubicBezTo>
                    <a:pt x="137160" y="3947541"/>
                    <a:pt x="160020" y="3962781"/>
                    <a:pt x="160020" y="3978021"/>
                  </a:cubicBezTo>
                  <a:cubicBezTo>
                    <a:pt x="167640" y="4000881"/>
                    <a:pt x="152400" y="4023741"/>
                    <a:pt x="137160" y="4023741"/>
                  </a:cubicBezTo>
                  <a:cubicBezTo>
                    <a:pt x="129540" y="4023741"/>
                    <a:pt x="129540" y="4023741"/>
                    <a:pt x="121920" y="4023741"/>
                  </a:cubicBezTo>
                  <a:cubicBezTo>
                    <a:pt x="106680" y="4023741"/>
                    <a:pt x="91440" y="4016121"/>
                    <a:pt x="91440" y="4000881"/>
                  </a:cubicBezTo>
                  <a:close/>
                  <a:moveTo>
                    <a:pt x="6352286" y="4016121"/>
                  </a:moveTo>
                  <a:cubicBezTo>
                    <a:pt x="6337046" y="4016121"/>
                    <a:pt x="6321806" y="3993261"/>
                    <a:pt x="6329426" y="3970401"/>
                  </a:cubicBezTo>
                  <a:cubicBezTo>
                    <a:pt x="6329426" y="3955161"/>
                    <a:pt x="6352286" y="3939921"/>
                    <a:pt x="6375146" y="3947541"/>
                  </a:cubicBezTo>
                  <a:cubicBezTo>
                    <a:pt x="6390386" y="3947541"/>
                    <a:pt x="6405626" y="3970401"/>
                    <a:pt x="6398006" y="3993261"/>
                  </a:cubicBezTo>
                  <a:cubicBezTo>
                    <a:pt x="6398006" y="4008501"/>
                    <a:pt x="6382766" y="4023741"/>
                    <a:pt x="6367526" y="4023741"/>
                  </a:cubicBezTo>
                  <a:cubicBezTo>
                    <a:pt x="6359906" y="4023741"/>
                    <a:pt x="6359906" y="4016121"/>
                    <a:pt x="6352286" y="4016121"/>
                  </a:cubicBezTo>
                  <a:close/>
                  <a:moveTo>
                    <a:pt x="45720" y="3787521"/>
                  </a:moveTo>
                  <a:cubicBezTo>
                    <a:pt x="38100" y="3764661"/>
                    <a:pt x="53340" y="3741801"/>
                    <a:pt x="76200" y="3741801"/>
                  </a:cubicBezTo>
                  <a:cubicBezTo>
                    <a:pt x="99060" y="3741801"/>
                    <a:pt x="114300" y="3749421"/>
                    <a:pt x="121920" y="3772281"/>
                  </a:cubicBezTo>
                  <a:cubicBezTo>
                    <a:pt x="121920" y="3795141"/>
                    <a:pt x="106680" y="3810381"/>
                    <a:pt x="91440" y="3818001"/>
                  </a:cubicBezTo>
                  <a:cubicBezTo>
                    <a:pt x="83820" y="3818001"/>
                    <a:pt x="83820" y="3818001"/>
                    <a:pt x="83820" y="3818001"/>
                  </a:cubicBezTo>
                  <a:cubicBezTo>
                    <a:pt x="60960" y="3818001"/>
                    <a:pt x="45720" y="3802761"/>
                    <a:pt x="45720" y="3787521"/>
                  </a:cubicBezTo>
                  <a:close/>
                  <a:moveTo>
                    <a:pt x="6398006" y="3810381"/>
                  </a:moveTo>
                  <a:cubicBezTo>
                    <a:pt x="6382766" y="3802761"/>
                    <a:pt x="6367526" y="3787521"/>
                    <a:pt x="6367526" y="3764661"/>
                  </a:cubicBezTo>
                  <a:cubicBezTo>
                    <a:pt x="6375146" y="3741801"/>
                    <a:pt x="6390386" y="3734181"/>
                    <a:pt x="6413246" y="3734181"/>
                  </a:cubicBezTo>
                  <a:cubicBezTo>
                    <a:pt x="6436106" y="3734181"/>
                    <a:pt x="6443726" y="3757041"/>
                    <a:pt x="6443726" y="3779901"/>
                  </a:cubicBezTo>
                  <a:cubicBezTo>
                    <a:pt x="6443726" y="3795141"/>
                    <a:pt x="6428486" y="3810381"/>
                    <a:pt x="6405626" y="3810381"/>
                  </a:cubicBezTo>
                  <a:cubicBezTo>
                    <a:pt x="6405626" y="3810381"/>
                    <a:pt x="6405626" y="3810381"/>
                    <a:pt x="6398006" y="3810381"/>
                  </a:cubicBezTo>
                  <a:close/>
                  <a:moveTo>
                    <a:pt x="15240" y="3574161"/>
                  </a:moveTo>
                  <a:cubicBezTo>
                    <a:pt x="15240" y="3551301"/>
                    <a:pt x="30480" y="3528441"/>
                    <a:pt x="53340" y="3528441"/>
                  </a:cubicBezTo>
                  <a:cubicBezTo>
                    <a:pt x="68580" y="3528441"/>
                    <a:pt x="91440" y="3543681"/>
                    <a:pt x="91440" y="3566541"/>
                  </a:cubicBezTo>
                  <a:cubicBezTo>
                    <a:pt x="91440" y="3581781"/>
                    <a:pt x="76200" y="3604641"/>
                    <a:pt x="60960" y="3604641"/>
                  </a:cubicBezTo>
                  <a:cubicBezTo>
                    <a:pt x="53340" y="3604641"/>
                    <a:pt x="53340" y="3604641"/>
                    <a:pt x="53340" y="3604641"/>
                  </a:cubicBezTo>
                  <a:cubicBezTo>
                    <a:pt x="38100" y="3604641"/>
                    <a:pt x="15240" y="3589401"/>
                    <a:pt x="15240" y="3574161"/>
                  </a:cubicBezTo>
                  <a:close/>
                  <a:moveTo>
                    <a:pt x="6428486" y="3597021"/>
                  </a:moveTo>
                  <a:cubicBezTo>
                    <a:pt x="6413246" y="3597021"/>
                    <a:pt x="6398006" y="3574161"/>
                    <a:pt x="6398006" y="3558921"/>
                  </a:cubicBezTo>
                  <a:cubicBezTo>
                    <a:pt x="6398006" y="3536061"/>
                    <a:pt x="6420866" y="3520821"/>
                    <a:pt x="6436106" y="3520821"/>
                  </a:cubicBezTo>
                  <a:cubicBezTo>
                    <a:pt x="6458966" y="3520821"/>
                    <a:pt x="6474206" y="3543681"/>
                    <a:pt x="6474206" y="3566541"/>
                  </a:cubicBezTo>
                  <a:cubicBezTo>
                    <a:pt x="6474206" y="3581781"/>
                    <a:pt x="6451346" y="3597021"/>
                    <a:pt x="6436106" y="3597021"/>
                  </a:cubicBezTo>
                  <a:cubicBezTo>
                    <a:pt x="6436106" y="3597021"/>
                    <a:pt x="6428486" y="3597021"/>
                    <a:pt x="6428486" y="3597021"/>
                  </a:cubicBezTo>
                  <a:close/>
                  <a:moveTo>
                    <a:pt x="0" y="3353181"/>
                  </a:moveTo>
                  <a:cubicBezTo>
                    <a:pt x="0" y="3330321"/>
                    <a:pt x="15240" y="3315081"/>
                    <a:pt x="38100" y="3315081"/>
                  </a:cubicBezTo>
                  <a:cubicBezTo>
                    <a:pt x="60960" y="3315081"/>
                    <a:pt x="76200" y="3330321"/>
                    <a:pt x="76200" y="3353181"/>
                  </a:cubicBezTo>
                  <a:cubicBezTo>
                    <a:pt x="76200" y="3376041"/>
                    <a:pt x="60960" y="3391281"/>
                    <a:pt x="38100" y="3391281"/>
                  </a:cubicBezTo>
                  <a:cubicBezTo>
                    <a:pt x="15240" y="3391281"/>
                    <a:pt x="0" y="3376041"/>
                    <a:pt x="0" y="3353181"/>
                  </a:cubicBezTo>
                  <a:close/>
                  <a:moveTo>
                    <a:pt x="6443599" y="3383661"/>
                  </a:moveTo>
                  <a:cubicBezTo>
                    <a:pt x="6428359" y="3383661"/>
                    <a:pt x="6413119" y="3368421"/>
                    <a:pt x="6413119" y="3345561"/>
                  </a:cubicBezTo>
                  <a:cubicBezTo>
                    <a:pt x="6413119" y="3322701"/>
                    <a:pt x="6428359" y="3307461"/>
                    <a:pt x="6451219" y="3307461"/>
                  </a:cubicBezTo>
                  <a:cubicBezTo>
                    <a:pt x="6474079" y="3307461"/>
                    <a:pt x="6489319" y="3322701"/>
                    <a:pt x="6489319" y="3345561"/>
                  </a:cubicBezTo>
                  <a:cubicBezTo>
                    <a:pt x="6489319" y="3368421"/>
                    <a:pt x="6466459" y="3383661"/>
                    <a:pt x="6451219" y="3383661"/>
                  </a:cubicBezTo>
                  <a:cubicBezTo>
                    <a:pt x="6451219" y="3383661"/>
                    <a:pt x="6443599" y="3383661"/>
                    <a:pt x="6443599" y="3383661"/>
                  </a:cubicBezTo>
                  <a:close/>
                  <a:moveTo>
                    <a:pt x="38100" y="3177921"/>
                  </a:moveTo>
                  <a:cubicBezTo>
                    <a:pt x="15240" y="3177921"/>
                    <a:pt x="0" y="3155061"/>
                    <a:pt x="0" y="3139821"/>
                  </a:cubicBezTo>
                  <a:cubicBezTo>
                    <a:pt x="0" y="3116961"/>
                    <a:pt x="22860" y="3101721"/>
                    <a:pt x="38100" y="3101721"/>
                  </a:cubicBezTo>
                  <a:cubicBezTo>
                    <a:pt x="60960" y="3101721"/>
                    <a:pt x="76200" y="3116961"/>
                    <a:pt x="76200" y="3139821"/>
                  </a:cubicBezTo>
                  <a:cubicBezTo>
                    <a:pt x="76200" y="3162681"/>
                    <a:pt x="60960" y="3177921"/>
                    <a:pt x="38100" y="3177921"/>
                  </a:cubicBezTo>
                  <a:close/>
                  <a:moveTo>
                    <a:pt x="6413246" y="3132201"/>
                  </a:moveTo>
                  <a:cubicBezTo>
                    <a:pt x="6405626" y="3109341"/>
                    <a:pt x="6428486" y="3094101"/>
                    <a:pt x="6443726" y="3094101"/>
                  </a:cubicBezTo>
                  <a:cubicBezTo>
                    <a:pt x="6466586" y="3094101"/>
                    <a:pt x="6481826" y="3109341"/>
                    <a:pt x="6489446" y="3132201"/>
                  </a:cubicBezTo>
                  <a:cubicBezTo>
                    <a:pt x="6489446" y="3147441"/>
                    <a:pt x="6466586" y="3170301"/>
                    <a:pt x="6451346" y="3170301"/>
                  </a:cubicBezTo>
                  <a:cubicBezTo>
                    <a:pt x="6428486" y="3170301"/>
                    <a:pt x="6413246" y="3155061"/>
                    <a:pt x="6413246" y="3132201"/>
                  </a:cubicBezTo>
                  <a:close/>
                  <a:moveTo>
                    <a:pt x="53340" y="2964561"/>
                  </a:moveTo>
                  <a:cubicBezTo>
                    <a:pt x="30480" y="2964561"/>
                    <a:pt x="15240" y="2941701"/>
                    <a:pt x="15240" y="2918841"/>
                  </a:cubicBezTo>
                  <a:cubicBezTo>
                    <a:pt x="15240" y="2903601"/>
                    <a:pt x="38100" y="2888361"/>
                    <a:pt x="53340" y="2888361"/>
                  </a:cubicBezTo>
                  <a:cubicBezTo>
                    <a:pt x="76200" y="2888361"/>
                    <a:pt x="91440" y="2911221"/>
                    <a:pt x="91440" y="2926461"/>
                  </a:cubicBezTo>
                  <a:cubicBezTo>
                    <a:pt x="91440" y="2949321"/>
                    <a:pt x="76200" y="2964561"/>
                    <a:pt x="53340" y="2964561"/>
                  </a:cubicBezTo>
                  <a:close/>
                  <a:moveTo>
                    <a:pt x="6398006" y="2918841"/>
                  </a:moveTo>
                  <a:cubicBezTo>
                    <a:pt x="6390386" y="2903601"/>
                    <a:pt x="6405626" y="2880741"/>
                    <a:pt x="6428486" y="2880741"/>
                  </a:cubicBezTo>
                  <a:cubicBezTo>
                    <a:pt x="6451346" y="2880741"/>
                    <a:pt x="6466586" y="2895981"/>
                    <a:pt x="6474206" y="2911221"/>
                  </a:cubicBezTo>
                  <a:cubicBezTo>
                    <a:pt x="6474206" y="2934081"/>
                    <a:pt x="6458966" y="2956941"/>
                    <a:pt x="6436106" y="2956941"/>
                  </a:cubicBezTo>
                  <a:cubicBezTo>
                    <a:pt x="6413246" y="2956941"/>
                    <a:pt x="6398006" y="2941701"/>
                    <a:pt x="6398006" y="2918841"/>
                  </a:cubicBezTo>
                  <a:close/>
                  <a:moveTo>
                    <a:pt x="76200" y="2751074"/>
                  </a:moveTo>
                  <a:cubicBezTo>
                    <a:pt x="53340" y="2743454"/>
                    <a:pt x="38100" y="2728214"/>
                    <a:pt x="45720" y="2705354"/>
                  </a:cubicBezTo>
                  <a:cubicBezTo>
                    <a:pt x="45720" y="2682494"/>
                    <a:pt x="68580" y="2674874"/>
                    <a:pt x="91440" y="2674874"/>
                  </a:cubicBezTo>
                  <a:cubicBezTo>
                    <a:pt x="106680" y="2674874"/>
                    <a:pt x="121920" y="2697734"/>
                    <a:pt x="121920" y="2720594"/>
                  </a:cubicBezTo>
                  <a:cubicBezTo>
                    <a:pt x="114300" y="2735834"/>
                    <a:pt x="99060" y="2751074"/>
                    <a:pt x="83820" y="2751074"/>
                  </a:cubicBezTo>
                  <a:cubicBezTo>
                    <a:pt x="76200" y="2751074"/>
                    <a:pt x="76200" y="2751074"/>
                    <a:pt x="76200" y="2751074"/>
                  </a:cubicBezTo>
                  <a:close/>
                  <a:moveTo>
                    <a:pt x="6367526" y="2712974"/>
                  </a:moveTo>
                  <a:cubicBezTo>
                    <a:pt x="6359906" y="2690114"/>
                    <a:pt x="6375146" y="2674874"/>
                    <a:pt x="6398006" y="2667254"/>
                  </a:cubicBezTo>
                  <a:cubicBezTo>
                    <a:pt x="6420866" y="2667254"/>
                    <a:pt x="6436106" y="2674874"/>
                    <a:pt x="6443726" y="2697734"/>
                  </a:cubicBezTo>
                  <a:cubicBezTo>
                    <a:pt x="6443726" y="2720594"/>
                    <a:pt x="6428486" y="2735834"/>
                    <a:pt x="6413246" y="2743454"/>
                  </a:cubicBezTo>
                  <a:cubicBezTo>
                    <a:pt x="6405626" y="2743454"/>
                    <a:pt x="6405626" y="2743454"/>
                    <a:pt x="6405626" y="2743454"/>
                  </a:cubicBezTo>
                  <a:cubicBezTo>
                    <a:pt x="6382766" y="2743454"/>
                    <a:pt x="6367526" y="2728214"/>
                    <a:pt x="6367526" y="2712974"/>
                  </a:cubicBezTo>
                  <a:close/>
                  <a:moveTo>
                    <a:pt x="114300" y="2537714"/>
                  </a:moveTo>
                  <a:cubicBezTo>
                    <a:pt x="91440" y="2537714"/>
                    <a:pt x="83820" y="2514854"/>
                    <a:pt x="83820" y="2491994"/>
                  </a:cubicBezTo>
                  <a:cubicBezTo>
                    <a:pt x="91440" y="2476754"/>
                    <a:pt x="114300" y="2461514"/>
                    <a:pt x="129540" y="2469134"/>
                  </a:cubicBezTo>
                  <a:cubicBezTo>
                    <a:pt x="152400" y="2469134"/>
                    <a:pt x="167640" y="2491994"/>
                    <a:pt x="160020" y="2514854"/>
                  </a:cubicBezTo>
                  <a:cubicBezTo>
                    <a:pt x="160020" y="2530094"/>
                    <a:pt x="144780" y="2537714"/>
                    <a:pt x="121920" y="2537714"/>
                  </a:cubicBezTo>
                  <a:cubicBezTo>
                    <a:pt x="121920" y="2537714"/>
                    <a:pt x="121920" y="2537714"/>
                    <a:pt x="114300" y="2537714"/>
                  </a:cubicBezTo>
                  <a:close/>
                  <a:moveTo>
                    <a:pt x="6321806" y="2507234"/>
                  </a:moveTo>
                  <a:cubicBezTo>
                    <a:pt x="6321806" y="2484374"/>
                    <a:pt x="6329426" y="2461514"/>
                    <a:pt x="6352286" y="2461514"/>
                  </a:cubicBezTo>
                  <a:cubicBezTo>
                    <a:pt x="6375146" y="2453894"/>
                    <a:pt x="6390386" y="2469134"/>
                    <a:pt x="6398006" y="2484374"/>
                  </a:cubicBezTo>
                  <a:cubicBezTo>
                    <a:pt x="6405626" y="2507234"/>
                    <a:pt x="6390386" y="2530094"/>
                    <a:pt x="6367526" y="2530094"/>
                  </a:cubicBezTo>
                  <a:cubicBezTo>
                    <a:pt x="6367526" y="2530094"/>
                    <a:pt x="6367526" y="2530094"/>
                    <a:pt x="6359906" y="2530094"/>
                  </a:cubicBezTo>
                  <a:cubicBezTo>
                    <a:pt x="6344666" y="2530094"/>
                    <a:pt x="6329426" y="2522474"/>
                    <a:pt x="6321806" y="2507234"/>
                  </a:cubicBezTo>
                  <a:close/>
                  <a:moveTo>
                    <a:pt x="167513" y="2331974"/>
                  </a:moveTo>
                  <a:cubicBezTo>
                    <a:pt x="152273" y="2324354"/>
                    <a:pt x="137033" y="2301494"/>
                    <a:pt x="144653" y="2286254"/>
                  </a:cubicBezTo>
                  <a:cubicBezTo>
                    <a:pt x="152273" y="2263394"/>
                    <a:pt x="175133" y="2255774"/>
                    <a:pt x="190373" y="2263394"/>
                  </a:cubicBezTo>
                  <a:cubicBezTo>
                    <a:pt x="213233" y="2263394"/>
                    <a:pt x="220853" y="2286254"/>
                    <a:pt x="213233" y="2309114"/>
                  </a:cubicBezTo>
                  <a:cubicBezTo>
                    <a:pt x="213233" y="2324354"/>
                    <a:pt x="197993" y="2331974"/>
                    <a:pt x="182753" y="2331974"/>
                  </a:cubicBezTo>
                  <a:cubicBezTo>
                    <a:pt x="175133" y="2331974"/>
                    <a:pt x="175133" y="2331974"/>
                    <a:pt x="167513" y="2331974"/>
                  </a:cubicBezTo>
                  <a:close/>
                  <a:moveTo>
                    <a:pt x="6268466" y="2301494"/>
                  </a:moveTo>
                  <a:cubicBezTo>
                    <a:pt x="6260846" y="2278634"/>
                    <a:pt x="6276086" y="2255774"/>
                    <a:pt x="6291326" y="2255774"/>
                  </a:cubicBezTo>
                  <a:cubicBezTo>
                    <a:pt x="6314186" y="2248154"/>
                    <a:pt x="6337046" y="2255774"/>
                    <a:pt x="6344666" y="2278634"/>
                  </a:cubicBezTo>
                  <a:cubicBezTo>
                    <a:pt x="6344666" y="2293874"/>
                    <a:pt x="6337046" y="2316734"/>
                    <a:pt x="6314186" y="2324354"/>
                  </a:cubicBezTo>
                  <a:cubicBezTo>
                    <a:pt x="6314186" y="2324354"/>
                    <a:pt x="6306566" y="2324354"/>
                    <a:pt x="6306566" y="2324354"/>
                  </a:cubicBezTo>
                  <a:cubicBezTo>
                    <a:pt x="6291326" y="2324354"/>
                    <a:pt x="6276086" y="2316734"/>
                    <a:pt x="6268466" y="2301494"/>
                  </a:cubicBezTo>
                  <a:close/>
                  <a:moveTo>
                    <a:pt x="236093" y="2126234"/>
                  </a:moveTo>
                  <a:cubicBezTo>
                    <a:pt x="220853" y="2118614"/>
                    <a:pt x="205613" y="2095754"/>
                    <a:pt x="213233" y="2080514"/>
                  </a:cubicBezTo>
                  <a:cubicBezTo>
                    <a:pt x="220853" y="2057654"/>
                    <a:pt x="243713" y="2050034"/>
                    <a:pt x="266573" y="2057654"/>
                  </a:cubicBezTo>
                  <a:cubicBezTo>
                    <a:pt x="281813" y="2065274"/>
                    <a:pt x="297053" y="2088134"/>
                    <a:pt x="289433" y="2103374"/>
                  </a:cubicBezTo>
                  <a:cubicBezTo>
                    <a:pt x="281813" y="2118614"/>
                    <a:pt x="266573" y="2133854"/>
                    <a:pt x="251333" y="2133854"/>
                  </a:cubicBezTo>
                  <a:cubicBezTo>
                    <a:pt x="243713" y="2133854"/>
                    <a:pt x="243713" y="2133854"/>
                    <a:pt x="236093" y="2126234"/>
                  </a:cubicBezTo>
                  <a:close/>
                  <a:moveTo>
                    <a:pt x="6199886" y="2103374"/>
                  </a:moveTo>
                  <a:cubicBezTo>
                    <a:pt x="6192266" y="2080514"/>
                    <a:pt x="6199886" y="2057654"/>
                    <a:pt x="6222746" y="2050034"/>
                  </a:cubicBezTo>
                  <a:cubicBezTo>
                    <a:pt x="6237986" y="2042414"/>
                    <a:pt x="6260846" y="2050034"/>
                    <a:pt x="6268466" y="2072894"/>
                  </a:cubicBezTo>
                  <a:cubicBezTo>
                    <a:pt x="6276086" y="2095754"/>
                    <a:pt x="6268466" y="2110994"/>
                    <a:pt x="6245606" y="2118614"/>
                  </a:cubicBezTo>
                  <a:cubicBezTo>
                    <a:pt x="6245606" y="2126234"/>
                    <a:pt x="6237986" y="2126234"/>
                    <a:pt x="6230366" y="2126234"/>
                  </a:cubicBezTo>
                  <a:cubicBezTo>
                    <a:pt x="6215126" y="2126234"/>
                    <a:pt x="6207506" y="2118614"/>
                    <a:pt x="6199886" y="2103374"/>
                  </a:cubicBezTo>
                  <a:close/>
                  <a:moveTo>
                    <a:pt x="319913" y="1928114"/>
                  </a:moveTo>
                  <a:cubicBezTo>
                    <a:pt x="297053" y="1920494"/>
                    <a:pt x="289433" y="1897634"/>
                    <a:pt x="297053" y="1882394"/>
                  </a:cubicBezTo>
                  <a:cubicBezTo>
                    <a:pt x="312293" y="1859534"/>
                    <a:pt x="335153" y="1851914"/>
                    <a:pt x="350393" y="1859534"/>
                  </a:cubicBezTo>
                  <a:cubicBezTo>
                    <a:pt x="373253" y="1867154"/>
                    <a:pt x="380873" y="1890014"/>
                    <a:pt x="365633" y="1912874"/>
                  </a:cubicBezTo>
                  <a:cubicBezTo>
                    <a:pt x="365633" y="1928114"/>
                    <a:pt x="350393" y="1935734"/>
                    <a:pt x="335153" y="1935734"/>
                  </a:cubicBezTo>
                  <a:cubicBezTo>
                    <a:pt x="327533" y="1935734"/>
                    <a:pt x="327533" y="1935734"/>
                    <a:pt x="319913" y="1928114"/>
                  </a:cubicBezTo>
                  <a:close/>
                  <a:moveTo>
                    <a:pt x="6116193" y="1905254"/>
                  </a:moveTo>
                  <a:cubicBezTo>
                    <a:pt x="6108573" y="1890014"/>
                    <a:pt x="6116193" y="1867154"/>
                    <a:pt x="6131433" y="1851914"/>
                  </a:cubicBezTo>
                  <a:cubicBezTo>
                    <a:pt x="6154293" y="1844294"/>
                    <a:pt x="6177153" y="1851914"/>
                    <a:pt x="6184773" y="1874774"/>
                  </a:cubicBezTo>
                  <a:cubicBezTo>
                    <a:pt x="6192393" y="1890014"/>
                    <a:pt x="6184773" y="1912874"/>
                    <a:pt x="6169533" y="1928114"/>
                  </a:cubicBezTo>
                  <a:cubicBezTo>
                    <a:pt x="6161913" y="1928114"/>
                    <a:pt x="6154293" y="1928114"/>
                    <a:pt x="6146673" y="1928114"/>
                  </a:cubicBezTo>
                  <a:cubicBezTo>
                    <a:pt x="6139053" y="1928114"/>
                    <a:pt x="6123813" y="1920494"/>
                    <a:pt x="6116193" y="1905254"/>
                  </a:cubicBezTo>
                  <a:close/>
                  <a:moveTo>
                    <a:pt x="411353" y="1737614"/>
                  </a:moveTo>
                  <a:cubicBezTo>
                    <a:pt x="396113" y="1729994"/>
                    <a:pt x="388493" y="1707134"/>
                    <a:pt x="396113" y="1684274"/>
                  </a:cubicBezTo>
                  <a:cubicBezTo>
                    <a:pt x="411353" y="1669034"/>
                    <a:pt x="434213" y="1661414"/>
                    <a:pt x="449453" y="1669034"/>
                  </a:cubicBezTo>
                  <a:cubicBezTo>
                    <a:pt x="464693" y="1684274"/>
                    <a:pt x="472313" y="1707134"/>
                    <a:pt x="464693" y="1722374"/>
                  </a:cubicBezTo>
                  <a:cubicBezTo>
                    <a:pt x="457073" y="1737614"/>
                    <a:pt x="441833" y="1745234"/>
                    <a:pt x="434213" y="1745234"/>
                  </a:cubicBezTo>
                  <a:cubicBezTo>
                    <a:pt x="426593" y="1745234"/>
                    <a:pt x="418973" y="1737614"/>
                    <a:pt x="411353" y="1737614"/>
                  </a:cubicBezTo>
                  <a:close/>
                  <a:moveTo>
                    <a:pt x="6017133" y="1714754"/>
                  </a:moveTo>
                  <a:cubicBezTo>
                    <a:pt x="6009513" y="1699514"/>
                    <a:pt x="6017133" y="1676654"/>
                    <a:pt x="6032373" y="1669034"/>
                  </a:cubicBezTo>
                  <a:cubicBezTo>
                    <a:pt x="6055233" y="1653794"/>
                    <a:pt x="6078093" y="1661414"/>
                    <a:pt x="6085713" y="1684274"/>
                  </a:cubicBezTo>
                  <a:cubicBezTo>
                    <a:pt x="6093333" y="1699514"/>
                    <a:pt x="6093333" y="1722374"/>
                    <a:pt x="6070473" y="1729994"/>
                  </a:cubicBezTo>
                  <a:cubicBezTo>
                    <a:pt x="6062853" y="1737614"/>
                    <a:pt x="6062853" y="1737614"/>
                    <a:pt x="6055233" y="1737614"/>
                  </a:cubicBezTo>
                  <a:cubicBezTo>
                    <a:pt x="6039993" y="1737614"/>
                    <a:pt x="6024753" y="1729994"/>
                    <a:pt x="6017133" y="1714754"/>
                  </a:cubicBezTo>
                  <a:close/>
                  <a:moveTo>
                    <a:pt x="517906" y="1554607"/>
                  </a:moveTo>
                  <a:cubicBezTo>
                    <a:pt x="502666" y="1539367"/>
                    <a:pt x="495046" y="1516507"/>
                    <a:pt x="510286" y="1501267"/>
                  </a:cubicBezTo>
                  <a:cubicBezTo>
                    <a:pt x="517906" y="1478407"/>
                    <a:pt x="540766" y="1478407"/>
                    <a:pt x="563626" y="1486027"/>
                  </a:cubicBezTo>
                  <a:cubicBezTo>
                    <a:pt x="578866" y="1501267"/>
                    <a:pt x="586486" y="1524127"/>
                    <a:pt x="571246" y="1539367"/>
                  </a:cubicBezTo>
                  <a:cubicBezTo>
                    <a:pt x="563626" y="1554607"/>
                    <a:pt x="556006" y="1554607"/>
                    <a:pt x="540766" y="1554607"/>
                  </a:cubicBezTo>
                  <a:cubicBezTo>
                    <a:pt x="533146" y="1554607"/>
                    <a:pt x="525526" y="1554607"/>
                    <a:pt x="517906" y="1554607"/>
                  </a:cubicBezTo>
                  <a:close/>
                  <a:moveTo>
                    <a:pt x="5910453" y="1539367"/>
                  </a:moveTo>
                  <a:cubicBezTo>
                    <a:pt x="5902833" y="1516507"/>
                    <a:pt x="5902833" y="1493647"/>
                    <a:pt x="5925693" y="1486027"/>
                  </a:cubicBezTo>
                  <a:cubicBezTo>
                    <a:pt x="5940933" y="1470787"/>
                    <a:pt x="5963793" y="1478407"/>
                    <a:pt x="5979033" y="1493647"/>
                  </a:cubicBezTo>
                  <a:cubicBezTo>
                    <a:pt x="5986653" y="1508887"/>
                    <a:pt x="5979033" y="1539367"/>
                    <a:pt x="5963793" y="1546987"/>
                  </a:cubicBezTo>
                  <a:cubicBezTo>
                    <a:pt x="5956173" y="1554607"/>
                    <a:pt x="5948553" y="1554607"/>
                    <a:pt x="5940933" y="1554607"/>
                  </a:cubicBezTo>
                  <a:cubicBezTo>
                    <a:pt x="5933313" y="1554607"/>
                    <a:pt x="5918073" y="1546987"/>
                    <a:pt x="5910453" y="1539367"/>
                  </a:cubicBezTo>
                  <a:close/>
                  <a:moveTo>
                    <a:pt x="639826" y="1371727"/>
                  </a:moveTo>
                  <a:cubicBezTo>
                    <a:pt x="624586" y="1364107"/>
                    <a:pt x="616966" y="1341247"/>
                    <a:pt x="632206" y="1318387"/>
                  </a:cubicBezTo>
                  <a:cubicBezTo>
                    <a:pt x="647446" y="1303147"/>
                    <a:pt x="670306" y="1303147"/>
                    <a:pt x="685546" y="1310767"/>
                  </a:cubicBezTo>
                  <a:cubicBezTo>
                    <a:pt x="700786" y="1326007"/>
                    <a:pt x="708406" y="1348867"/>
                    <a:pt x="693166" y="1364107"/>
                  </a:cubicBezTo>
                  <a:cubicBezTo>
                    <a:pt x="685546" y="1379347"/>
                    <a:pt x="677926" y="1379347"/>
                    <a:pt x="662686" y="1379347"/>
                  </a:cubicBezTo>
                  <a:cubicBezTo>
                    <a:pt x="655066" y="1379347"/>
                    <a:pt x="647446" y="1379347"/>
                    <a:pt x="639826" y="1371727"/>
                  </a:cubicBezTo>
                  <a:close/>
                  <a:moveTo>
                    <a:pt x="5788660" y="1364107"/>
                  </a:moveTo>
                  <a:cubicBezTo>
                    <a:pt x="5781040" y="1341247"/>
                    <a:pt x="5781040" y="1318387"/>
                    <a:pt x="5796280" y="1310767"/>
                  </a:cubicBezTo>
                  <a:cubicBezTo>
                    <a:pt x="5819140" y="1295527"/>
                    <a:pt x="5842000" y="1303147"/>
                    <a:pt x="5849620" y="1318387"/>
                  </a:cubicBezTo>
                  <a:cubicBezTo>
                    <a:pt x="5864860" y="1333627"/>
                    <a:pt x="5864860" y="1356487"/>
                    <a:pt x="5842000" y="1371727"/>
                  </a:cubicBezTo>
                  <a:cubicBezTo>
                    <a:pt x="5834380" y="1371727"/>
                    <a:pt x="5826760" y="1379347"/>
                    <a:pt x="5819140" y="1379347"/>
                  </a:cubicBezTo>
                  <a:cubicBezTo>
                    <a:pt x="5811520" y="1379347"/>
                    <a:pt x="5796280" y="1371727"/>
                    <a:pt x="5788660" y="1364107"/>
                  </a:cubicBezTo>
                  <a:close/>
                  <a:moveTo>
                    <a:pt x="769239" y="1204087"/>
                  </a:moveTo>
                  <a:cubicBezTo>
                    <a:pt x="753999" y="1188847"/>
                    <a:pt x="753999" y="1165987"/>
                    <a:pt x="769239" y="1150747"/>
                  </a:cubicBezTo>
                  <a:cubicBezTo>
                    <a:pt x="776859" y="1135507"/>
                    <a:pt x="807339" y="1135507"/>
                    <a:pt x="822579" y="1143127"/>
                  </a:cubicBezTo>
                  <a:cubicBezTo>
                    <a:pt x="837819" y="1158367"/>
                    <a:pt x="837819" y="1181227"/>
                    <a:pt x="822579" y="1196467"/>
                  </a:cubicBezTo>
                  <a:cubicBezTo>
                    <a:pt x="814959" y="1211707"/>
                    <a:pt x="807339" y="1211707"/>
                    <a:pt x="792099" y="1211707"/>
                  </a:cubicBezTo>
                  <a:cubicBezTo>
                    <a:pt x="784479" y="1211707"/>
                    <a:pt x="776859" y="1211707"/>
                    <a:pt x="769239" y="1204087"/>
                  </a:cubicBezTo>
                  <a:close/>
                  <a:moveTo>
                    <a:pt x="5659120" y="1196467"/>
                  </a:moveTo>
                  <a:cubicBezTo>
                    <a:pt x="5643880" y="1181227"/>
                    <a:pt x="5651500" y="1158367"/>
                    <a:pt x="5666740" y="1143127"/>
                  </a:cubicBezTo>
                  <a:cubicBezTo>
                    <a:pt x="5681980" y="1127887"/>
                    <a:pt x="5704840" y="1127887"/>
                    <a:pt x="5720080" y="1143127"/>
                  </a:cubicBezTo>
                  <a:cubicBezTo>
                    <a:pt x="5727700" y="1165987"/>
                    <a:pt x="5727700" y="1188847"/>
                    <a:pt x="5712460" y="1196467"/>
                  </a:cubicBezTo>
                  <a:cubicBezTo>
                    <a:pt x="5704840" y="1204087"/>
                    <a:pt x="5697220" y="1211707"/>
                    <a:pt x="5689600" y="1211707"/>
                  </a:cubicBezTo>
                  <a:cubicBezTo>
                    <a:pt x="5674360" y="1211707"/>
                    <a:pt x="5666740" y="1204087"/>
                    <a:pt x="5659120" y="1196467"/>
                  </a:cubicBezTo>
                  <a:close/>
                  <a:moveTo>
                    <a:pt x="914019" y="1044067"/>
                  </a:moveTo>
                  <a:cubicBezTo>
                    <a:pt x="898779" y="1028827"/>
                    <a:pt x="898779" y="1005967"/>
                    <a:pt x="914019" y="990727"/>
                  </a:cubicBezTo>
                  <a:cubicBezTo>
                    <a:pt x="929259" y="975487"/>
                    <a:pt x="952119" y="975487"/>
                    <a:pt x="967359" y="990727"/>
                  </a:cubicBezTo>
                  <a:cubicBezTo>
                    <a:pt x="982599" y="1005967"/>
                    <a:pt x="982599" y="1028827"/>
                    <a:pt x="967359" y="1044067"/>
                  </a:cubicBezTo>
                  <a:cubicBezTo>
                    <a:pt x="959739" y="1051687"/>
                    <a:pt x="952119" y="1051687"/>
                    <a:pt x="936879" y="1051687"/>
                  </a:cubicBezTo>
                  <a:cubicBezTo>
                    <a:pt x="929259" y="1051687"/>
                    <a:pt x="921639" y="1051687"/>
                    <a:pt x="914019" y="1044067"/>
                  </a:cubicBezTo>
                  <a:close/>
                  <a:moveTo>
                    <a:pt x="5514467" y="1036447"/>
                  </a:moveTo>
                  <a:cubicBezTo>
                    <a:pt x="5499227" y="1021207"/>
                    <a:pt x="5506847" y="998347"/>
                    <a:pt x="5514467" y="983107"/>
                  </a:cubicBezTo>
                  <a:cubicBezTo>
                    <a:pt x="5529707" y="967867"/>
                    <a:pt x="5560187" y="967867"/>
                    <a:pt x="5575427" y="983107"/>
                  </a:cubicBezTo>
                  <a:cubicBezTo>
                    <a:pt x="5583047" y="998347"/>
                    <a:pt x="5583047" y="1028827"/>
                    <a:pt x="5567807" y="1036447"/>
                  </a:cubicBezTo>
                  <a:cubicBezTo>
                    <a:pt x="5560187" y="1044067"/>
                    <a:pt x="5552567" y="1051687"/>
                    <a:pt x="5544947" y="1051687"/>
                  </a:cubicBezTo>
                  <a:cubicBezTo>
                    <a:pt x="5537327" y="1051687"/>
                    <a:pt x="5522087" y="1044067"/>
                    <a:pt x="5514467" y="1036447"/>
                  </a:cubicBezTo>
                  <a:close/>
                  <a:moveTo>
                    <a:pt x="1066292" y="891667"/>
                  </a:moveTo>
                  <a:cubicBezTo>
                    <a:pt x="1051052" y="876427"/>
                    <a:pt x="1051052" y="853567"/>
                    <a:pt x="1066292" y="838327"/>
                  </a:cubicBezTo>
                  <a:cubicBezTo>
                    <a:pt x="1081532" y="823087"/>
                    <a:pt x="1104392" y="823087"/>
                    <a:pt x="1119632" y="838327"/>
                  </a:cubicBezTo>
                  <a:cubicBezTo>
                    <a:pt x="1134872" y="853567"/>
                    <a:pt x="1134872" y="884047"/>
                    <a:pt x="1119632" y="899287"/>
                  </a:cubicBezTo>
                  <a:cubicBezTo>
                    <a:pt x="1112012" y="899287"/>
                    <a:pt x="1104392" y="906907"/>
                    <a:pt x="1089152" y="906907"/>
                  </a:cubicBezTo>
                  <a:cubicBezTo>
                    <a:pt x="1081532" y="906907"/>
                    <a:pt x="1073912" y="899287"/>
                    <a:pt x="1066292" y="891667"/>
                  </a:cubicBezTo>
                  <a:close/>
                  <a:moveTo>
                    <a:pt x="5362067" y="891667"/>
                  </a:moveTo>
                  <a:cubicBezTo>
                    <a:pt x="5346827" y="876427"/>
                    <a:pt x="5346827" y="853567"/>
                    <a:pt x="5362067" y="838327"/>
                  </a:cubicBezTo>
                  <a:cubicBezTo>
                    <a:pt x="5377307" y="823087"/>
                    <a:pt x="5400167" y="823087"/>
                    <a:pt x="5415407" y="838327"/>
                  </a:cubicBezTo>
                  <a:cubicBezTo>
                    <a:pt x="5430647" y="845947"/>
                    <a:pt x="5430647" y="876427"/>
                    <a:pt x="5415407" y="891667"/>
                  </a:cubicBezTo>
                  <a:cubicBezTo>
                    <a:pt x="5407787" y="899287"/>
                    <a:pt x="5400167" y="899287"/>
                    <a:pt x="5392547" y="899287"/>
                  </a:cubicBezTo>
                  <a:cubicBezTo>
                    <a:pt x="5384927" y="899287"/>
                    <a:pt x="5369687" y="899287"/>
                    <a:pt x="5362067" y="891667"/>
                  </a:cubicBezTo>
                  <a:close/>
                  <a:moveTo>
                    <a:pt x="1226312" y="754507"/>
                  </a:moveTo>
                  <a:cubicBezTo>
                    <a:pt x="1211072" y="739267"/>
                    <a:pt x="1218692" y="708787"/>
                    <a:pt x="1233932" y="701167"/>
                  </a:cubicBezTo>
                  <a:cubicBezTo>
                    <a:pt x="1249172" y="685927"/>
                    <a:pt x="1272032" y="685927"/>
                    <a:pt x="1287272" y="708787"/>
                  </a:cubicBezTo>
                  <a:cubicBezTo>
                    <a:pt x="1302512" y="724027"/>
                    <a:pt x="1294892" y="746887"/>
                    <a:pt x="1279652" y="762127"/>
                  </a:cubicBezTo>
                  <a:cubicBezTo>
                    <a:pt x="1272032" y="762127"/>
                    <a:pt x="1264412" y="769747"/>
                    <a:pt x="1256792" y="769747"/>
                  </a:cubicBezTo>
                  <a:cubicBezTo>
                    <a:pt x="1241552" y="769747"/>
                    <a:pt x="1233932" y="762127"/>
                    <a:pt x="1226312" y="754507"/>
                  </a:cubicBezTo>
                  <a:close/>
                  <a:moveTo>
                    <a:pt x="5202174" y="754507"/>
                  </a:moveTo>
                  <a:cubicBezTo>
                    <a:pt x="5186934" y="739267"/>
                    <a:pt x="5186934" y="716407"/>
                    <a:pt x="5194554" y="701167"/>
                  </a:cubicBezTo>
                  <a:cubicBezTo>
                    <a:pt x="5209794" y="685927"/>
                    <a:pt x="5232654" y="685927"/>
                    <a:pt x="5247894" y="693547"/>
                  </a:cubicBezTo>
                  <a:cubicBezTo>
                    <a:pt x="5270754" y="708787"/>
                    <a:pt x="5270754" y="731647"/>
                    <a:pt x="5255514" y="746887"/>
                  </a:cubicBezTo>
                  <a:cubicBezTo>
                    <a:pt x="5247894" y="762127"/>
                    <a:pt x="5240274" y="762127"/>
                    <a:pt x="5225034" y="762127"/>
                  </a:cubicBezTo>
                  <a:cubicBezTo>
                    <a:pt x="5217414" y="762127"/>
                    <a:pt x="5209794" y="762127"/>
                    <a:pt x="5202174" y="754507"/>
                  </a:cubicBezTo>
                  <a:close/>
                  <a:moveTo>
                    <a:pt x="1393825" y="624967"/>
                  </a:moveTo>
                  <a:cubicBezTo>
                    <a:pt x="1386205" y="602107"/>
                    <a:pt x="1386205" y="579247"/>
                    <a:pt x="1409065" y="571627"/>
                  </a:cubicBezTo>
                  <a:cubicBezTo>
                    <a:pt x="1424305" y="556387"/>
                    <a:pt x="1447165" y="564007"/>
                    <a:pt x="1462405" y="579247"/>
                  </a:cubicBezTo>
                  <a:cubicBezTo>
                    <a:pt x="1470025" y="594487"/>
                    <a:pt x="1470025" y="617347"/>
                    <a:pt x="1447165" y="632587"/>
                  </a:cubicBezTo>
                  <a:cubicBezTo>
                    <a:pt x="1439545" y="640207"/>
                    <a:pt x="1439545" y="640207"/>
                    <a:pt x="1431925" y="640207"/>
                  </a:cubicBezTo>
                  <a:cubicBezTo>
                    <a:pt x="1416685" y="640207"/>
                    <a:pt x="1401445" y="632587"/>
                    <a:pt x="1393825" y="624967"/>
                  </a:cubicBezTo>
                  <a:close/>
                  <a:moveTo>
                    <a:pt x="5034534" y="632587"/>
                  </a:moveTo>
                  <a:cubicBezTo>
                    <a:pt x="5011674" y="617347"/>
                    <a:pt x="5011674" y="594487"/>
                    <a:pt x="5019294" y="579247"/>
                  </a:cubicBezTo>
                  <a:cubicBezTo>
                    <a:pt x="5034534" y="556387"/>
                    <a:pt x="5057394" y="556387"/>
                    <a:pt x="5072634" y="564007"/>
                  </a:cubicBezTo>
                  <a:cubicBezTo>
                    <a:pt x="5095494" y="579247"/>
                    <a:pt x="5095494" y="602107"/>
                    <a:pt x="5087874" y="617347"/>
                  </a:cubicBezTo>
                  <a:cubicBezTo>
                    <a:pt x="5080254" y="632587"/>
                    <a:pt x="5065014" y="632587"/>
                    <a:pt x="5057394" y="632587"/>
                  </a:cubicBezTo>
                  <a:cubicBezTo>
                    <a:pt x="5049774" y="632587"/>
                    <a:pt x="5042154" y="632587"/>
                    <a:pt x="5034534" y="632587"/>
                  </a:cubicBezTo>
                  <a:close/>
                  <a:moveTo>
                    <a:pt x="1576578" y="502920"/>
                  </a:moveTo>
                  <a:cubicBezTo>
                    <a:pt x="1561338" y="487680"/>
                    <a:pt x="1568958" y="464820"/>
                    <a:pt x="1591818" y="449580"/>
                  </a:cubicBezTo>
                  <a:cubicBezTo>
                    <a:pt x="1607058" y="441960"/>
                    <a:pt x="1629918" y="449580"/>
                    <a:pt x="1637538" y="464820"/>
                  </a:cubicBezTo>
                  <a:cubicBezTo>
                    <a:pt x="1652778" y="487680"/>
                    <a:pt x="1645158" y="510540"/>
                    <a:pt x="1629918" y="518160"/>
                  </a:cubicBezTo>
                  <a:cubicBezTo>
                    <a:pt x="1622298" y="525780"/>
                    <a:pt x="1614678" y="525780"/>
                    <a:pt x="1607058" y="525780"/>
                  </a:cubicBezTo>
                  <a:cubicBezTo>
                    <a:pt x="1591818" y="525780"/>
                    <a:pt x="1584198" y="518160"/>
                    <a:pt x="1576578" y="502920"/>
                  </a:cubicBezTo>
                  <a:close/>
                  <a:moveTo>
                    <a:pt x="4851781" y="518160"/>
                  </a:moveTo>
                  <a:cubicBezTo>
                    <a:pt x="4836541" y="502920"/>
                    <a:pt x="4828921" y="480060"/>
                    <a:pt x="4844161" y="464820"/>
                  </a:cubicBezTo>
                  <a:cubicBezTo>
                    <a:pt x="4851781" y="441960"/>
                    <a:pt x="4874641" y="441960"/>
                    <a:pt x="4889881" y="449580"/>
                  </a:cubicBezTo>
                  <a:cubicBezTo>
                    <a:pt x="4912741" y="457200"/>
                    <a:pt x="4920361" y="487680"/>
                    <a:pt x="4905121" y="502920"/>
                  </a:cubicBezTo>
                  <a:cubicBezTo>
                    <a:pt x="4897501" y="510540"/>
                    <a:pt x="4889881" y="518160"/>
                    <a:pt x="4874641" y="518160"/>
                  </a:cubicBezTo>
                  <a:cubicBezTo>
                    <a:pt x="4867021" y="518160"/>
                    <a:pt x="4859401" y="518160"/>
                    <a:pt x="4851781" y="518160"/>
                  </a:cubicBezTo>
                  <a:close/>
                  <a:moveTo>
                    <a:pt x="1759458" y="396240"/>
                  </a:moveTo>
                  <a:cubicBezTo>
                    <a:pt x="1751838" y="381000"/>
                    <a:pt x="1759458" y="358140"/>
                    <a:pt x="1782318" y="350520"/>
                  </a:cubicBezTo>
                  <a:cubicBezTo>
                    <a:pt x="1797558" y="335280"/>
                    <a:pt x="1820418" y="342900"/>
                    <a:pt x="1828038" y="365760"/>
                  </a:cubicBezTo>
                  <a:cubicBezTo>
                    <a:pt x="1835658" y="381000"/>
                    <a:pt x="1835658" y="403860"/>
                    <a:pt x="1812798" y="419100"/>
                  </a:cubicBezTo>
                  <a:cubicBezTo>
                    <a:pt x="1805178" y="419100"/>
                    <a:pt x="1805178" y="419100"/>
                    <a:pt x="1797558" y="419100"/>
                  </a:cubicBezTo>
                  <a:cubicBezTo>
                    <a:pt x="1782318" y="419100"/>
                    <a:pt x="1767078" y="411480"/>
                    <a:pt x="1759458" y="396240"/>
                  </a:cubicBezTo>
                  <a:close/>
                  <a:moveTo>
                    <a:pt x="4669028" y="411480"/>
                  </a:moveTo>
                  <a:cubicBezTo>
                    <a:pt x="4646168" y="403860"/>
                    <a:pt x="4646168" y="381000"/>
                    <a:pt x="4653788" y="365760"/>
                  </a:cubicBezTo>
                  <a:cubicBezTo>
                    <a:pt x="4661408" y="342900"/>
                    <a:pt x="4684268" y="335280"/>
                    <a:pt x="4699508" y="342900"/>
                  </a:cubicBezTo>
                  <a:cubicBezTo>
                    <a:pt x="4722368" y="358140"/>
                    <a:pt x="4729988" y="381000"/>
                    <a:pt x="4722368" y="396240"/>
                  </a:cubicBezTo>
                  <a:cubicBezTo>
                    <a:pt x="4714748" y="411480"/>
                    <a:pt x="4699508" y="419100"/>
                    <a:pt x="4684268" y="419100"/>
                  </a:cubicBezTo>
                  <a:cubicBezTo>
                    <a:pt x="4676648" y="419100"/>
                    <a:pt x="4676648" y="419100"/>
                    <a:pt x="4669028" y="411480"/>
                  </a:cubicBezTo>
                  <a:close/>
                  <a:moveTo>
                    <a:pt x="1957451" y="304800"/>
                  </a:moveTo>
                  <a:cubicBezTo>
                    <a:pt x="1949831" y="289560"/>
                    <a:pt x="1957451" y="266700"/>
                    <a:pt x="1972691" y="259080"/>
                  </a:cubicBezTo>
                  <a:cubicBezTo>
                    <a:pt x="1995551" y="251460"/>
                    <a:pt x="2018411" y="259080"/>
                    <a:pt x="2026031" y="274320"/>
                  </a:cubicBezTo>
                  <a:cubicBezTo>
                    <a:pt x="2033651" y="297180"/>
                    <a:pt x="2026031" y="320040"/>
                    <a:pt x="2003171" y="327660"/>
                  </a:cubicBezTo>
                  <a:cubicBezTo>
                    <a:pt x="2003171" y="327660"/>
                    <a:pt x="1995551" y="327660"/>
                    <a:pt x="1987931" y="327660"/>
                  </a:cubicBezTo>
                  <a:cubicBezTo>
                    <a:pt x="1972691" y="327660"/>
                    <a:pt x="1957451" y="320040"/>
                    <a:pt x="1957451" y="304800"/>
                  </a:cubicBezTo>
                  <a:close/>
                  <a:moveTo>
                    <a:pt x="4478528" y="327660"/>
                  </a:moveTo>
                  <a:cubicBezTo>
                    <a:pt x="4455668" y="312420"/>
                    <a:pt x="4448048" y="297180"/>
                    <a:pt x="4455668" y="274320"/>
                  </a:cubicBezTo>
                  <a:cubicBezTo>
                    <a:pt x="4463288" y="251460"/>
                    <a:pt x="4486148" y="243840"/>
                    <a:pt x="4509008" y="251460"/>
                  </a:cubicBezTo>
                  <a:cubicBezTo>
                    <a:pt x="4524248" y="259080"/>
                    <a:pt x="4531868" y="281940"/>
                    <a:pt x="4524248" y="304800"/>
                  </a:cubicBezTo>
                  <a:cubicBezTo>
                    <a:pt x="4516628" y="320040"/>
                    <a:pt x="4509008" y="327660"/>
                    <a:pt x="4493768" y="327660"/>
                  </a:cubicBezTo>
                  <a:cubicBezTo>
                    <a:pt x="4486148" y="327660"/>
                    <a:pt x="4478528" y="327660"/>
                    <a:pt x="4478528" y="327660"/>
                  </a:cubicBezTo>
                  <a:close/>
                  <a:moveTo>
                    <a:pt x="2155444" y="228600"/>
                  </a:moveTo>
                  <a:cubicBezTo>
                    <a:pt x="2147824" y="205740"/>
                    <a:pt x="2155444" y="182880"/>
                    <a:pt x="2178304" y="175260"/>
                  </a:cubicBezTo>
                  <a:cubicBezTo>
                    <a:pt x="2193544" y="175260"/>
                    <a:pt x="2216404" y="182880"/>
                    <a:pt x="2224024" y="205740"/>
                  </a:cubicBezTo>
                  <a:cubicBezTo>
                    <a:pt x="2231644" y="220980"/>
                    <a:pt x="2224024" y="243840"/>
                    <a:pt x="2201164" y="251460"/>
                  </a:cubicBezTo>
                  <a:cubicBezTo>
                    <a:pt x="2201164" y="251460"/>
                    <a:pt x="2193544" y="251460"/>
                    <a:pt x="2185924" y="251460"/>
                  </a:cubicBezTo>
                  <a:cubicBezTo>
                    <a:pt x="2170684" y="251460"/>
                    <a:pt x="2155444" y="243840"/>
                    <a:pt x="2155444" y="228600"/>
                  </a:cubicBezTo>
                  <a:close/>
                  <a:moveTo>
                    <a:pt x="4280535" y="251460"/>
                  </a:moveTo>
                  <a:cubicBezTo>
                    <a:pt x="4257675" y="243840"/>
                    <a:pt x="4250055" y="220980"/>
                    <a:pt x="4257675" y="198120"/>
                  </a:cubicBezTo>
                  <a:cubicBezTo>
                    <a:pt x="4265295" y="182880"/>
                    <a:pt x="4280535" y="167640"/>
                    <a:pt x="4303395" y="175260"/>
                  </a:cubicBezTo>
                  <a:cubicBezTo>
                    <a:pt x="4326255" y="182880"/>
                    <a:pt x="4333875" y="205740"/>
                    <a:pt x="4326255" y="220980"/>
                  </a:cubicBezTo>
                  <a:cubicBezTo>
                    <a:pt x="4318635" y="243840"/>
                    <a:pt x="4303395" y="251460"/>
                    <a:pt x="4288155" y="251460"/>
                  </a:cubicBezTo>
                  <a:cubicBezTo>
                    <a:pt x="4288155" y="251460"/>
                    <a:pt x="4280535" y="251460"/>
                    <a:pt x="4280535" y="251460"/>
                  </a:cubicBezTo>
                  <a:close/>
                  <a:moveTo>
                    <a:pt x="2353564" y="160020"/>
                  </a:moveTo>
                  <a:cubicBezTo>
                    <a:pt x="2353564" y="137160"/>
                    <a:pt x="2361184" y="121920"/>
                    <a:pt x="2384044" y="114300"/>
                  </a:cubicBezTo>
                  <a:cubicBezTo>
                    <a:pt x="2406904" y="106680"/>
                    <a:pt x="2422144" y="121920"/>
                    <a:pt x="2429764" y="137160"/>
                  </a:cubicBezTo>
                  <a:cubicBezTo>
                    <a:pt x="2437384" y="160020"/>
                    <a:pt x="2422144" y="182880"/>
                    <a:pt x="2406904" y="190500"/>
                  </a:cubicBezTo>
                  <a:cubicBezTo>
                    <a:pt x="2399284" y="190500"/>
                    <a:pt x="2399284" y="190500"/>
                    <a:pt x="2391664" y="190500"/>
                  </a:cubicBezTo>
                  <a:cubicBezTo>
                    <a:pt x="2376424" y="190500"/>
                    <a:pt x="2361184" y="175260"/>
                    <a:pt x="2353564" y="160020"/>
                  </a:cubicBezTo>
                  <a:close/>
                  <a:moveTo>
                    <a:pt x="4074922" y="182880"/>
                  </a:moveTo>
                  <a:cubicBezTo>
                    <a:pt x="4059682" y="182880"/>
                    <a:pt x="4044442" y="160020"/>
                    <a:pt x="4052062" y="137160"/>
                  </a:cubicBezTo>
                  <a:cubicBezTo>
                    <a:pt x="4052062" y="121920"/>
                    <a:pt x="4074922" y="106680"/>
                    <a:pt x="4097782" y="114300"/>
                  </a:cubicBezTo>
                  <a:cubicBezTo>
                    <a:pt x="4120642" y="114300"/>
                    <a:pt x="4128262" y="137160"/>
                    <a:pt x="4120642" y="160020"/>
                  </a:cubicBezTo>
                  <a:cubicBezTo>
                    <a:pt x="4120642" y="175260"/>
                    <a:pt x="4105402" y="190500"/>
                    <a:pt x="4090162" y="190500"/>
                  </a:cubicBezTo>
                  <a:cubicBezTo>
                    <a:pt x="4082542" y="190500"/>
                    <a:pt x="4082542" y="182880"/>
                    <a:pt x="4074922" y="182880"/>
                  </a:cubicBezTo>
                  <a:close/>
                  <a:moveTo>
                    <a:pt x="2566797" y="106680"/>
                  </a:moveTo>
                  <a:cubicBezTo>
                    <a:pt x="2559177" y="91440"/>
                    <a:pt x="2574417" y="68580"/>
                    <a:pt x="2597277" y="60960"/>
                  </a:cubicBezTo>
                  <a:cubicBezTo>
                    <a:pt x="2612517" y="60960"/>
                    <a:pt x="2635377" y="76200"/>
                    <a:pt x="2635377" y="91440"/>
                  </a:cubicBezTo>
                  <a:cubicBezTo>
                    <a:pt x="2642997" y="114300"/>
                    <a:pt x="2627757" y="137160"/>
                    <a:pt x="2612517" y="137160"/>
                  </a:cubicBezTo>
                  <a:cubicBezTo>
                    <a:pt x="2604897" y="137160"/>
                    <a:pt x="2604897" y="137160"/>
                    <a:pt x="2604897" y="137160"/>
                  </a:cubicBezTo>
                  <a:cubicBezTo>
                    <a:pt x="2582037" y="137160"/>
                    <a:pt x="2566797" y="129540"/>
                    <a:pt x="2566797" y="106680"/>
                  </a:cubicBezTo>
                  <a:close/>
                  <a:moveTo>
                    <a:pt x="3869182" y="137160"/>
                  </a:moveTo>
                  <a:cubicBezTo>
                    <a:pt x="3846322" y="129540"/>
                    <a:pt x="3838702" y="114300"/>
                    <a:pt x="3838702" y="91440"/>
                  </a:cubicBezTo>
                  <a:cubicBezTo>
                    <a:pt x="3846322" y="68580"/>
                    <a:pt x="3861562" y="60960"/>
                    <a:pt x="3884422" y="60960"/>
                  </a:cubicBezTo>
                  <a:cubicBezTo>
                    <a:pt x="3907282" y="68580"/>
                    <a:pt x="3922522" y="83820"/>
                    <a:pt x="3914902" y="106680"/>
                  </a:cubicBezTo>
                  <a:cubicBezTo>
                    <a:pt x="3914902" y="121920"/>
                    <a:pt x="3899662" y="137160"/>
                    <a:pt x="3876802" y="137160"/>
                  </a:cubicBezTo>
                  <a:cubicBezTo>
                    <a:pt x="3876802" y="137160"/>
                    <a:pt x="3876802" y="137160"/>
                    <a:pt x="3869182" y="137160"/>
                  </a:cubicBezTo>
                  <a:close/>
                  <a:moveTo>
                    <a:pt x="2772410" y="68580"/>
                  </a:moveTo>
                  <a:cubicBezTo>
                    <a:pt x="2772410" y="45720"/>
                    <a:pt x="2787650" y="30480"/>
                    <a:pt x="2810510" y="30480"/>
                  </a:cubicBezTo>
                  <a:cubicBezTo>
                    <a:pt x="2825750" y="22860"/>
                    <a:pt x="2848610" y="38100"/>
                    <a:pt x="2848610" y="60960"/>
                  </a:cubicBezTo>
                  <a:cubicBezTo>
                    <a:pt x="2856230" y="83820"/>
                    <a:pt x="2840990" y="99060"/>
                    <a:pt x="2818130" y="106680"/>
                  </a:cubicBezTo>
                  <a:cubicBezTo>
                    <a:pt x="2818130" y="106680"/>
                    <a:pt x="2818130" y="106680"/>
                    <a:pt x="2810510" y="106680"/>
                  </a:cubicBezTo>
                  <a:cubicBezTo>
                    <a:pt x="2795270" y="106680"/>
                    <a:pt x="2780030" y="91440"/>
                    <a:pt x="2772410" y="68580"/>
                  </a:cubicBezTo>
                  <a:close/>
                  <a:moveTo>
                    <a:pt x="3663569" y="99060"/>
                  </a:moveTo>
                  <a:cubicBezTo>
                    <a:pt x="3640709" y="99060"/>
                    <a:pt x="3625469" y="83820"/>
                    <a:pt x="3633089" y="60960"/>
                  </a:cubicBezTo>
                  <a:cubicBezTo>
                    <a:pt x="3633089" y="38100"/>
                    <a:pt x="3648329" y="22860"/>
                    <a:pt x="3671189" y="22860"/>
                  </a:cubicBezTo>
                  <a:cubicBezTo>
                    <a:pt x="3694049" y="30480"/>
                    <a:pt x="3709289" y="45720"/>
                    <a:pt x="3701669" y="68580"/>
                  </a:cubicBezTo>
                  <a:cubicBezTo>
                    <a:pt x="3701669" y="91440"/>
                    <a:pt x="3686429" y="99060"/>
                    <a:pt x="3663569" y="99060"/>
                  </a:cubicBezTo>
                  <a:close/>
                  <a:moveTo>
                    <a:pt x="2985770" y="45720"/>
                  </a:moveTo>
                  <a:cubicBezTo>
                    <a:pt x="2985770" y="22860"/>
                    <a:pt x="3001010" y="7620"/>
                    <a:pt x="3023870" y="7620"/>
                  </a:cubicBezTo>
                  <a:cubicBezTo>
                    <a:pt x="3046730" y="7620"/>
                    <a:pt x="3061970" y="22860"/>
                    <a:pt x="3061970" y="38100"/>
                  </a:cubicBezTo>
                  <a:cubicBezTo>
                    <a:pt x="3061970" y="60960"/>
                    <a:pt x="3046730" y="83820"/>
                    <a:pt x="3031490" y="83820"/>
                  </a:cubicBezTo>
                  <a:cubicBezTo>
                    <a:pt x="3031490" y="83820"/>
                    <a:pt x="3023870" y="83820"/>
                    <a:pt x="3023870" y="83820"/>
                  </a:cubicBezTo>
                  <a:cubicBezTo>
                    <a:pt x="3008630" y="83820"/>
                    <a:pt x="2985770" y="68580"/>
                    <a:pt x="2985770" y="45720"/>
                  </a:cubicBezTo>
                  <a:close/>
                  <a:moveTo>
                    <a:pt x="3450336" y="83820"/>
                  </a:moveTo>
                  <a:cubicBezTo>
                    <a:pt x="3427476" y="76200"/>
                    <a:pt x="3412236" y="60960"/>
                    <a:pt x="3412236" y="38100"/>
                  </a:cubicBezTo>
                  <a:cubicBezTo>
                    <a:pt x="3419856" y="22860"/>
                    <a:pt x="3435096" y="0"/>
                    <a:pt x="3457956" y="7620"/>
                  </a:cubicBezTo>
                  <a:cubicBezTo>
                    <a:pt x="3480816" y="7620"/>
                    <a:pt x="3496056" y="22860"/>
                    <a:pt x="3488436" y="45720"/>
                  </a:cubicBezTo>
                  <a:cubicBezTo>
                    <a:pt x="3488436" y="68580"/>
                    <a:pt x="3473196" y="83820"/>
                    <a:pt x="3450336" y="83820"/>
                  </a:cubicBezTo>
                  <a:close/>
                  <a:moveTo>
                    <a:pt x="3199003" y="38100"/>
                  </a:moveTo>
                  <a:cubicBezTo>
                    <a:pt x="3199003" y="15240"/>
                    <a:pt x="3221863" y="0"/>
                    <a:pt x="3237103" y="0"/>
                  </a:cubicBezTo>
                  <a:cubicBezTo>
                    <a:pt x="3259963" y="0"/>
                    <a:pt x="3275203" y="15240"/>
                    <a:pt x="3275203" y="38100"/>
                  </a:cubicBezTo>
                  <a:cubicBezTo>
                    <a:pt x="3275203" y="60960"/>
                    <a:pt x="3259963" y="76200"/>
                    <a:pt x="3237103" y="76200"/>
                  </a:cubicBezTo>
                  <a:cubicBezTo>
                    <a:pt x="3221863" y="76200"/>
                    <a:pt x="3199003" y="60960"/>
                    <a:pt x="3199003" y="3810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404336" y="7634502"/>
            <a:ext cx="1758106" cy="1808838"/>
            <a:chOff x="0" y="0"/>
            <a:chExt cx="2095920" cy="215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96008" cy="2156460"/>
            </a:xfrm>
            <a:custGeom>
              <a:avLst/>
              <a:gdLst/>
              <a:ahLst/>
              <a:cxnLst/>
              <a:rect l="l" t="t" r="r" b="b"/>
              <a:pathLst>
                <a:path w="2096008" h="2156460">
                  <a:moveTo>
                    <a:pt x="1044194" y="60960"/>
                  </a:moveTo>
                  <a:cubicBezTo>
                    <a:pt x="884174" y="60960"/>
                    <a:pt x="731774" y="99060"/>
                    <a:pt x="594487" y="160020"/>
                  </a:cubicBezTo>
                  <a:cubicBezTo>
                    <a:pt x="198120" y="0"/>
                    <a:pt x="198120" y="0"/>
                    <a:pt x="198120" y="0"/>
                  </a:cubicBezTo>
                  <a:cubicBezTo>
                    <a:pt x="259080" y="419100"/>
                    <a:pt x="259080" y="419100"/>
                    <a:pt x="259080" y="419100"/>
                  </a:cubicBezTo>
                  <a:cubicBezTo>
                    <a:pt x="99060" y="601980"/>
                    <a:pt x="0" y="845820"/>
                    <a:pt x="0" y="1104900"/>
                  </a:cubicBezTo>
                  <a:cubicBezTo>
                    <a:pt x="0" y="1684020"/>
                    <a:pt x="464947" y="2156460"/>
                    <a:pt x="1044194" y="2156460"/>
                  </a:cubicBezTo>
                  <a:cubicBezTo>
                    <a:pt x="1623441" y="2156460"/>
                    <a:pt x="2096008" y="1684020"/>
                    <a:pt x="2096008" y="1104900"/>
                  </a:cubicBezTo>
                  <a:cubicBezTo>
                    <a:pt x="2096008" y="533400"/>
                    <a:pt x="1623441" y="60960"/>
                    <a:pt x="1044194" y="6096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701626" y="5544222"/>
            <a:ext cx="1991835" cy="1749650"/>
            <a:chOff x="0" y="0"/>
            <a:chExt cx="2374560" cy="208584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374519" cy="2085848"/>
            </a:xfrm>
            <a:custGeom>
              <a:avLst/>
              <a:gdLst/>
              <a:ahLst/>
              <a:cxnLst/>
              <a:rect l="l" t="t" r="r" b="b"/>
              <a:pathLst>
                <a:path w="2374519" h="2085848">
                  <a:moveTo>
                    <a:pt x="1331849" y="0"/>
                  </a:moveTo>
                  <a:cubicBezTo>
                    <a:pt x="936117" y="0"/>
                    <a:pt x="593598" y="213106"/>
                    <a:pt x="410972" y="540512"/>
                  </a:cubicBezTo>
                  <a:cubicBezTo>
                    <a:pt x="0" y="639445"/>
                    <a:pt x="0" y="639445"/>
                    <a:pt x="0" y="639445"/>
                  </a:cubicBezTo>
                  <a:cubicBezTo>
                    <a:pt x="289179" y="943991"/>
                    <a:pt x="289179" y="943991"/>
                    <a:pt x="289179" y="943991"/>
                  </a:cubicBezTo>
                  <a:cubicBezTo>
                    <a:pt x="289179" y="974471"/>
                    <a:pt x="281559" y="1012444"/>
                    <a:pt x="281559" y="1042924"/>
                  </a:cubicBezTo>
                  <a:cubicBezTo>
                    <a:pt x="281559" y="1621536"/>
                    <a:pt x="753364" y="2085848"/>
                    <a:pt x="1331849" y="2085848"/>
                  </a:cubicBezTo>
                  <a:cubicBezTo>
                    <a:pt x="1902714" y="2085848"/>
                    <a:pt x="2374519" y="1621536"/>
                    <a:pt x="2374519" y="1042924"/>
                  </a:cubicBezTo>
                  <a:cubicBezTo>
                    <a:pt x="2374519" y="464312"/>
                    <a:pt x="1902714" y="0"/>
                    <a:pt x="1331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701626" y="2987088"/>
            <a:ext cx="1991835" cy="1750254"/>
            <a:chOff x="0" y="0"/>
            <a:chExt cx="2374560" cy="20865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74519" cy="2086610"/>
            </a:xfrm>
            <a:custGeom>
              <a:avLst/>
              <a:gdLst/>
              <a:ahLst/>
              <a:cxnLst/>
              <a:rect l="l" t="t" r="r" b="b"/>
              <a:pathLst>
                <a:path w="2374519" h="2086610">
                  <a:moveTo>
                    <a:pt x="1331849" y="0"/>
                  </a:moveTo>
                  <a:cubicBezTo>
                    <a:pt x="753491" y="0"/>
                    <a:pt x="281559" y="464566"/>
                    <a:pt x="281559" y="1043305"/>
                  </a:cubicBezTo>
                  <a:cubicBezTo>
                    <a:pt x="281559" y="1073785"/>
                    <a:pt x="289179" y="1104265"/>
                    <a:pt x="289179" y="1134745"/>
                  </a:cubicBezTo>
                  <a:cubicBezTo>
                    <a:pt x="0" y="1439291"/>
                    <a:pt x="0" y="1439291"/>
                    <a:pt x="0" y="1439291"/>
                  </a:cubicBezTo>
                  <a:cubicBezTo>
                    <a:pt x="410972" y="1538351"/>
                    <a:pt x="410972" y="1538351"/>
                    <a:pt x="410972" y="1538351"/>
                  </a:cubicBezTo>
                  <a:cubicBezTo>
                    <a:pt x="585978" y="1865757"/>
                    <a:pt x="928497" y="2086610"/>
                    <a:pt x="1331849" y="2086610"/>
                  </a:cubicBezTo>
                  <a:cubicBezTo>
                    <a:pt x="1902714" y="2086610"/>
                    <a:pt x="2374519" y="1622044"/>
                    <a:pt x="2374519" y="1043305"/>
                  </a:cubicBezTo>
                  <a:cubicBezTo>
                    <a:pt x="2374519" y="464566"/>
                    <a:pt x="1902714" y="0"/>
                    <a:pt x="1331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404336" y="843660"/>
            <a:ext cx="1758106" cy="1797363"/>
            <a:chOff x="0" y="0"/>
            <a:chExt cx="2095920" cy="21427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096008" cy="2142744"/>
            </a:xfrm>
            <a:custGeom>
              <a:avLst/>
              <a:gdLst/>
              <a:ahLst/>
              <a:cxnLst/>
              <a:rect l="l" t="t" r="r" b="b"/>
              <a:pathLst>
                <a:path w="2096008" h="2142744">
                  <a:moveTo>
                    <a:pt x="1051814" y="0"/>
                  </a:moveTo>
                  <a:cubicBezTo>
                    <a:pt x="472567" y="0"/>
                    <a:pt x="0" y="472821"/>
                    <a:pt x="0" y="1052322"/>
                  </a:cubicBezTo>
                  <a:cubicBezTo>
                    <a:pt x="0" y="1311529"/>
                    <a:pt x="99060" y="1548003"/>
                    <a:pt x="259080" y="1731010"/>
                  </a:cubicBezTo>
                  <a:cubicBezTo>
                    <a:pt x="198120" y="2142744"/>
                    <a:pt x="198120" y="2142744"/>
                    <a:pt x="198120" y="2142744"/>
                  </a:cubicBezTo>
                  <a:cubicBezTo>
                    <a:pt x="586867" y="1990217"/>
                    <a:pt x="586867" y="1990217"/>
                    <a:pt x="586867" y="1990217"/>
                  </a:cubicBezTo>
                  <a:cubicBezTo>
                    <a:pt x="724027" y="2058797"/>
                    <a:pt x="884047" y="2097024"/>
                    <a:pt x="1051814" y="2097024"/>
                  </a:cubicBezTo>
                  <a:cubicBezTo>
                    <a:pt x="1623441" y="2097024"/>
                    <a:pt x="2096008" y="1624203"/>
                    <a:pt x="2096008" y="1052322"/>
                  </a:cubicBezTo>
                  <a:cubicBezTo>
                    <a:pt x="2095881" y="472821"/>
                    <a:pt x="1623441" y="0"/>
                    <a:pt x="105181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928648" y="4818412"/>
            <a:ext cx="5310749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809"/>
              </a:lnSpc>
              <a:spcBef>
                <a:spcPct val="0"/>
              </a:spcBef>
            </a:pPr>
            <a:r>
              <a:rPr lang="en-US" sz="5674">
                <a:solidFill>
                  <a:srgbClr val="FFFFFF"/>
                </a:solidFill>
                <a:latin typeface="Montserrat"/>
              </a:rPr>
              <a:t>TODAY'S AGENDA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585521" y="1200478"/>
            <a:ext cx="1320833" cy="96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>
                <a:solidFill>
                  <a:srgbClr val="FFFFFF"/>
                </a:solidFill>
                <a:latin typeface="Montserrat Bold"/>
              </a:rPr>
              <a:t>01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316751" y="952500"/>
            <a:ext cx="4349125" cy="1197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spcBef>
                <a:spcPct val="0"/>
              </a:spcBef>
            </a:pPr>
            <a:r>
              <a:rPr lang="en-US" sz="3892" dirty="0">
                <a:solidFill>
                  <a:srgbClr val="101010"/>
                </a:solidFill>
                <a:latin typeface="Montserrat"/>
              </a:rPr>
              <a:t>Image Enhancement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11521" y="3642263"/>
            <a:ext cx="3976966" cy="1200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spcBef>
                <a:spcPct val="0"/>
              </a:spcBef>
            </a:pPr>
            <a:r>
              <a:rPr lang="en-US" sz="3900" u="none" strike="noStrike" dirty="0">
                <a:solidFill>
                  <a:srgbClr val="101010"/>
                </a:solidFill>
                <a:latin typeface="Montserrat"/>
              </a:rPr>
              <a:t>Image Transformation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055178" y="6256249"/>
            <a:ext cx="5644137" cy="325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2089"/>
              </a:lnSpc>
              <a:spcBef>
                <a:spcPct val="0"/>
              </a:spcBef>
            </a:pPr>
            <a:r>
              <a:rPr lang="en-US" sz="3900" u="none" strike="noStrike" dirty="0">
                <a:solidFill>
                  <a:srgbClr val="101010"/>
                </a:solidFill>
                <a:latin typeface="Montserrat"/>
              </a:rPr>
              <a:t>Image Filtering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467251" y="8504230"/>
            <a:ext cx="7495556" cy="32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089"/>
              </a:lnSpc>
              <a:spcBef>
                <a:spcPct val="0"/>
              </a:spcBef>
            </a:pPr>
            <a:r>
              <a:rPr lang="en-US" sz="3900" u="none" strike="noStrike" dirty="0">
                <a:solidFill>
                  <a:srgbClr val="101010"/>
                </a:solidFill>
                <a:latin typeface="Montserrat"/>
              </a:rPr>
              <a:t>Geometric Transformation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08564" y="3320351"/>
            <a:ext cx="1320833" cy="96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>
                <a:solidFill>
                  <a:srgbClr val="FFFFFF"/>
                </a:solidFill>
                <a:latin typeface="Montserrat Bold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108564" y="5878556"/>
            <a:ext cx="1320833" cy="96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>
                <a:solidFill>
                  <a:srgbClr val="FFFFFF"/>
                </a:solidFill>
                <a:latin typeface="Montserrat Bold"/>
              </a:rPr>
              <a:t>03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585521" y="8057026"/>
            <a:ext cx="1320833" cy="969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38"/>
              </a:lnSpc>
            </a:pPr>
            <a:r>
              <a:rPr lang="en-US" sz="5670">
                <a:solidFill>
                  <a:srgbClr val="FFFFFF"/>
                </a:solidFill>
                <a:latin typeface="Montserrat Bold"/>
              </a:rPr>
              <a:t>04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099601" y="7176625"/>
            <a:ext cx="457877" cy="457877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054450" y="5686149"/>
            <a:ext cx="457877" cy="457877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054450" y="4121207"/>
            <a:ext cx="457877" cy="457877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099601" y="2758149"/>
            <a:ext cx="457877" cy="45787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640"/>
                </a:lnSpc>
              </a:pPr>
              <a:endParaRPr/>
            </a:p>
          </p:txBody>
        </p:sp>
      </p:grpSp>
      <p:sp>
        <p:nvSpPr>
          <p:cNvPr id="37" name="Freeform 37"/>
          <p:cNvSpPr/>
          <p:nvPr/>
        </p:nvSpPr>
        <p:spPr>
          <a:xfrm rot="-1898322">
            <a:off x="-1987267" y="8095155"/>
            <a:ext cx="4891502" cy="4903762"/>
          </a:xfrm>
          <a:custGeom>
            <a:avLst/>
            <a:gdLst/>
            <a:ahLst/>
            <a:cxnLst/>
            <a:rect l="l" t="t" r="r" b="b"/>
            <a:pathLst>
              <a:path w="4891502" h="4903762">
                <a:moveTo>
                  <a:pt x="0" y="0"/>
                </a:moveTo>
                <a:lnTo>
                  <a:pt x="4891502" y="0"/>
                </a:lnTo>
                <a:lnTo>
                  <a:pt x="4891502" y="4903762"/>
                </a:lnTo>
                <a:lnTo>
                  <a:pt x="0" y="49037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pic>
        <p:nvPicPr>
          <p:cNvPr id="38" name="Picture 37" descr="A group of people standing on a roof looking at a large explosion&#10;&#10;Description automatically generated">
            <a:extLst>
              <a:ext uri="{FF2B5EF4-FFF2-40B4-BE49-F238E27FC236}">
                <a16:creationId xmlns:a16="http://schemas.microsoft.com/office/drawing/2014/main" id="{13B704D3-1656-89FD-A267-87FE8CA6940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 radius="6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0" r="49269" b="-596"/>
          <a:stretch/>
        </p:blipFill>
        <p:spPr>
          <a:xfrm>
            <a:off x="-9448383" y="-98166"/>
            <a:ext cx="9375998" cy="104833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9922">
        <p159:morph option="byObject"/>
      </p:transition>
    </mc:Choice>
    <mc:Fallback xmlns="">
      <p:transition spd="slow" advTm="29922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 rot="-1898322">
            <a:off x="13299669" y="5075791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" name="Freeform 14"/>
          <p:cNvSpPr/>
          <p:nvPr/>
        </p:nvSpPr>
        <p:spPr>
          <a:xfrm rot="-1898322">
            <a:off x="-8569584" y="-6782509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5" name="TextBox 15"/>
          <p:cNvSpPr txBox="1"/>
          <p:nvPr/>
        </p:nvSpPr>
        <p:spPr>
          <a:xfrm>
            <a:off x="1066800" y="909323"/>
            <a:ext cx="15544800" cy="1603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508"/>
              </a:lnSpc>
            </a:pPr>
            <a:r>
              <a:rPr lang="en-US" sz="10424" dirty="0">
                <a:solidFill>
                  <a:srgbClr val="000000"/>
                </a:solidFill>
                <a:latin typeface="Montserrat Bold"/>
              </a:rPr>
              <a:t>Image Enhancement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6E7DD-19F8-A14F-842C-C7004C16D167}"/>
              </a:ext>
            </a:extLst>
          </p:cNvPr>
          <p:cNvSpPr txBox="1"/>
          <p:nvPr/>
        </p:nvSpPr>
        <p:spPr>
          <a:xfrm>
            <a:off x="1066800" y="3162300"/>
            <a:ext cx="130302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Brightness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Simple Linear Contrast Stretching Method </a:t>
            </a:r>
          </a:p>
          <a:p>
            <a:endParaRPr lang="en-PK" sz="4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35A10B-D384-7D3E-511C-62DC023DA42B}"/>
              </a:ext>
            </a:extLst>
          </p:cNvPr>
          <p:cNvSpPr txBox="1"/>
          <p:nvPr/>
        </p:nvSpPr>
        <p:spPr>
          <a:xfrm>
            <a:off x="1066800" y="4503743"/>
            <a:ext cx="1107830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Sharpness</a:t>
            </a:r>
            <a:endParaRPr lang="en-PK" sz="4400" dirty="0">
              <a:latin typeface="Montserrat" panose="00000500000000000000" pitchFamily="2" charset="0"/>
            </a:endParaRP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B3D893CF-00A9-B852-1EC2-E7902D40CEB2}"/>
              </a:ext>
            </a:extLst>
          </p:cNvPr>
          <p:cNvGrpSpPr/>
          <p:nvPr/>
        </p:nvGrpSpPr>
        <p:grpSpPr>
          <a:xfrm>
            <a:off x="-29308" y="-1894626"/>
            <a:ext cx="18288000" cy="1874361"/>
            <a:chOff x="0" y="0"/>
            <a:chExt cx="9414331" cy="964887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43EA21DD-3759-3929-9874-A1B446FCA754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AC27631B-8767-72BF-B7DE-7EEC08ED5EA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2320">
        <p159:morph option="byObject"/>
      </p:transition>
    </mc:Choice>
    <mc:Fallback xmlns="">
      <p:transition spd="slow" advTm="1232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8917912" y="3332763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64A06-0F5B-7718-BE60-D4BF0F23A4B0}"/>
              </a:ext>
            </a:extLst>
          </p:cNvPr>
          <p:cNvSpPr txBox="1"/>
          <p:nvPr/>
        </p:nvSpPr>
        <p:spPr>
          <a:xfrm>
            <a:off x="550661" y="337013"/>
            <a:ext cx="16763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Brightness</a:t>
            </a:r>
            <a:endParaRPr lang="en-PK" sz="7200" dirty="0">
              <a:latin typeface="Montserrat Bold" panose="0000080000000000000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9144000" y="3540186"/>
            <a:ext cx="86867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changeBrightness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factor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rows; r++)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cols;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*=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factor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maxGray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maxGray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121436" y="234058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4FD50B-227C-B9B4-BCCE-B0AA0FF71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6" y="7287686"/>
            <a:ext cx="4999725" cy="269593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64C65D2-A5E5-8568-B99A-D3B634985C79}"/>
              </a:ext>
            </a:extLst>
          </p:cNvPr>
          <p:cNvSpPr/>
          <p:nvPr/>
        </p:nvSpPr>
        <p:spPr>
          <a:xfrm>
            <a:off x="10134603" y="6768797"/>
            <a:ext cx="3733793" cy="1491080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B780F5-5E38-7C9E-EC28-5E04C8D1B673}"/>
              </a:ext>
            </a:extLst>
          </p:cNvPr>
          <p:cNvSpPr txBox="1"/>
          <p:nvPr/>
        </p:nvSpPr>
        <p:spPr>
          <a:xfrm>
            <a:off x="10515600" y="7176075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Montserrat Bold" panose="00000800000000000000" charset="0"/>
              </a:rPr>
              <a:t>factor = 0.4</a:t>
            </a:r>
            <a:endParaRPr lang="en-PK" sz="3600" dirty="0">
              <a:latin typeface="Montserrat Bold" panose="000008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4743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2228">
        <p159:morph option="byObject"/>
      </p:transition>
    </mc:Choice>
    <mc:Fallback xmlns="">
      <p:transition spd="slow" advTm="62228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543800" y="3314700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64A06-0F5B-7718-BE60-D4BF0F23A4B0}"/>
              </a:ext>
            </a:extLst>
          </p:cNvPr>
          <p:cNvSpPr txBox="1"/>
          <p:nvPr/>
        </p:nvSpPr>
        <p:spPr>
          <a:xfrm>
            <a:off x="550661" y="337013"/>
            <a:ext cx="16763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Simple Linear Contrast Stretching</a:t>
            </a:r>
            <a:endParaRPr lang="en-PK" sz="7200" dirty="0">
              <a:latin typeface="Montserrat Bold" panose="0000080000000000000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7627428" y="3314700"/>
            <a:ext cx="11125196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linearContrastStretching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flattenedData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const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auto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&amp; row :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flattenedData.insert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flattenedData.end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row.begin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row.end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minIntensity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min_element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flattenedData.begin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flattenedData.end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maxIntensity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*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max_element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flattenedData.begin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flattenedData.end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endParaRPr lang="en-PK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rows; r++)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cols;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static_cast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&gt;(255.0 *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-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minIntensity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/ 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maxIntensity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-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minIntensity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9982200" y="2440695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50CC85-94B7-EA53-6561-4D2FFA758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908" y="7358387"/>
            <a:ext cx="4999723" cy="269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5170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8426">
        <p159:morph option="byObject"/>
      </p:transition>
    </mc:Choice>
    <mc:Fallback xmlns="">
      <p:transition spd="slow" advTm="68426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8917912" y="3332763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964A06-0F5B-7718-BE60-D4BF0F23A4B0}"/>
              </a:ext>
            </a:extLst>
          </p:cNvPr>
          <p:cNvSpPr txBox="1"/>
          <p:nvPr/>
        </p:nvSpPr>
        <p:spPr>
          <a:xfrm>
            <a:off x="550661" y="337013"/>
            <a:ext cx="16763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Sharpness</a:t>
            </a:r>
            <a:endParaRPr lang="en-PK" sz="7200" dirty="0">
              <a:latin typeface="Montserrat Bold" panose="00000800000000000000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9144000" y="3619500"/>
            <a:ext cx="8686795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adjustSharpness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808080"/>
                </a:solidFill>
                <a:latin typeface="Cascadia Mono" panose="020B0609020000020004" pitchFamily="49" charset="0"/>
              </a:rPr>
              <a:t>factor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sharpenedImage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(rows,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&gt;(cols, 0));</a:t>
            </a:r>
          </a:p>
          <a:p>
            <a:endParaRPr lang="en-PK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r = 1; r &lt; rows - 1; r++)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 = 1; c &lt; cols - 1;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sharpPixel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static_cast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&gt;(5 *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-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 - 1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-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 + 1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-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 - 1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-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 + 1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sharpenedImage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max(0, min(255,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sharpPixel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sharpenedImage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F3667FA-78E3-F8C6-4FB9-6F161D637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6" y="7128224"/>
            <a:ext cx="4999726" cy="2695931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1C7740E8-8D4F-481F-EA23-4CF00ACDC71C}"/>
              </a:ext>
            </a:extLst>
          </p:cNvPr>
          <p:cNvSpPr/>
          <p:nvPr/>
        </p:nvSpPr>
        <p:spPr>
          <a:xfrm>
            <a:off x="11277600" y="8039100"/>
            <a:ext cx="3810000" cy="1388192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A85C45-8161-BE37-EDC6-0A4406CE9375}"/>
              </a:ext>
            </a:extLst>
          </p:cNvPr>
          <p:cNvSpPr txBox="1"/>
          <p:nvPr/>
        </p:nvSpPr>
        <p:spPr>
          <a:xfrm>
            <a:off x="11887200" y="8471586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Montserrat Bold" panose="00000800000000000000" charset="0"/>
              </a:rPr>
              <a:t>factor = 15.0</a:t>
            </a:r>
            <a:endParaRPr lang="en-PK" sz="2800" dirty="0">
              <a:latin typeface="Montserrat Bold" panose="000008000000000000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5042">
        <p159:morph option="byObject"/>
      </p:transition>
    </mc:Choice>
    <mc:Fallback xmlns="">
      <p:transition spd="slow" advTm="85042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 rot="-1898322">
            <a:off x="13299669" y="5075791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" name="Freeform 14"/>
          <p:cNvSpPr/>
          <p:nvPr/>
        </p:nvSpPr>
        <p:spPr>
          <a:xfrm rot="-1898322">
            <a:off x="-8569584" y="-6782509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5" name="TextBox 15"/>
          <p:cNvSpPr txBox="1"/>
          <p:nvPr/>
        </p:nvSpPr>
        <p:spPr>
          <a:xfrm>
            <a:off x="1066800" y="909323"/>
            <a:ext cx="15544800" cy="1603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508"/>
              </a:lnSpc>
            </a:pPr>
            <a:r>
              <a:rPr lang="en-US" sz="10424" dirty="0">
                <a:solidFill>
                  <a:srgbClr val="000000"/>
                </a:solidFill>
                <a:latin typeface="Montserrat Bold"/>
              </a:rPr>
              <a:t>Image Transformation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6E7DD-19F8-A14F-842C-C7004C16D167}"/>
              </a:ext>
            </a:extLst>
          </p:cNvPr>
          <p:cNvSpPr txBox="1"/>
          <p:nvPr/>
        </p:nvSpPr>
        <p:spPr>
          <a:xfrm>
            <a:off x="1066800" y="3162300"/>
            <a:ext cx="130302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Covert Image to Binary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Image Resizing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Image Rotation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Image Flipping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Image Cropping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Handling Multiple Images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PK" sz="4400" dirty="0">
              <a:latin typeface="Montserrat" panose="00000500000000000000" pitchFamily="2" charset="0"/>
            </a:endParaRP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B3D893CF-00A9-B852-1EC2-E7902D40CEB2}"/>
              </a:ext>
            </a:extLst>
          </p:cNvPr>
          <p:cNvGrpSpPr/>
          <p:nvPr/>
        </p:nvGrpSpPr>
        <p:grpSpPr>
          <a:xfrm>
            <a:off x="-29308" y="-1894626"/>
            <a:ext cx="18288000" cy="1874361"/>
            <a:chOff x="0" y="0"/>
            <a:chExt cx="9414331" cy="964887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43EA21DD-3759-3929-9874-A1B446FCA754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AC27631B-8767-72BF-B7DE-7EEC08ED5EA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963531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8917912" y="3332763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9144000" y="3619500"/>
            <a:ext cx="86867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toBinary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rows; r++)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cols;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&gt; 127)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maxGray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0;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4191000" y="190500"/>
            <a:ext cx="967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Image to Binary</a:t>
            </a:r>
            <a:endParaRPr lang="en-PK" sz="7200" dirty="0">
              <a:latin typeface="Montserrat Bold" panose="00000800000000000000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1F24FE2-E08E-2837-447C-0CA4837CD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4" y="7166866"/>
            <a:ext cx="4999723" cy="269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86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FA917F3-F6E4-0E5A-1EEA-C053800F8A2E}"/>
              </a:ext>
            </a:extLst>
          </p:cNvPr>
          <p:cNvSpPr/>
          <p:nvPr/>
        </p:nvSpPr>
        <p:spPr>
          <a:xfrm>
            <a:off x="10134596" y="8086725"/>
            <a:ext cx="5029200" cy="1571625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6781800" y="3281943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609600" y="5701132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7315200" y="3624716"/>
            <a:ext cx="106679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reSize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factX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float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factY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new_r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rows *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factY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new_c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cols *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factX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ImageResize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new_r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new_c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));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new_r; r++)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new_c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ImageResize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(r /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factY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(c /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factX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rows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new_r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cols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new_c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ImageResize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4191000" y="190500"/>
            <a:ext cx="967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Image Resizing</a:t>
            </a:r>
            <a:endParaRPr lang="en-PK" sz="7200" dirty="0">
              <a:latin typeface="Montserrat Bold" panose="00000800000000000000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4CDD25-F0FE-BB99-E692-B84C2147F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7868" y="6515100"/>
            <a:ext cx="2914650" cy="31432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2A547AC-28BF-29D2-F2C9-3DE0B2195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7868" y="3473859"/>
            <a:ext cx="2914650" cy="157162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A3F85EE-A175-30BD-6330-976111684195}"/>
              </a:ext>
            </a:extLst>
          </p:cNvPr>
          <p:cNvSpPr txBox="1"/>
          <p:nvPr/>
        </p:nvSpPr>
        <p:spPr>
          <a:xfrm>
            <a:off x="10058400" y="8236412"/>
            <a:ext cx="4724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>
                <a:latin typeface="Montserrat Bold" panose="00000800000000000000" charset="0"/>
              </a:rPr>
              <a:t>factX</a:t>
            </a:r>
            <a:r>
              <a:rPr lang="en-US" sz="3600" dirty="0">
                <a:latin typeface="Montserrat Bold" panose="00000800000000000000" charset="0"/>
              </a:rPr>
              <a:t> = 1.0</a:t>
            </a:r>
          </a:p>
          <a:p>
            <a:pPr algn="ctr"/>
            <a:r>
              <a:rPr lang="en-US" sz="3600" dirty="0" err="1">
                <a:latin typeface="Montserrat Bold" panose="00000800000000000000" charset="0"/>
              </a:rPr>
              <a:t>factY</a:t>
            </a:r>
            <a:r>
              <a:rPr lang="en-US" sz="3600" dirty="0">
                <a:latin typeface="Montserrat Bold" panose="00000800000000000000" charset="0"/>
              </a:rPr>
              <a:t> = 2.0</a:t>
            </a:r>
            <a:endParaRPr lang="en-PK" sz="3600" dirty="0">
              <a:latin typeface="Montserrat Bold" panose="000008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05323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1219200" y="3009900"/>
            <a:ext cx="17449800" cy="6494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imageRotation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angleDegrees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fr-FR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const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fr-F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M_PI = </a:t>
            </a:r>
            <a:r>
              <a:rPr lang="fr-FR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acos</a:t>
            </a:r>
            <a:r>
              <a:rPr lang="fr-F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(-1.0);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angleRadians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angleDegrees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* M_PI / 180.0;</a:t>
            </a:r>
          </a:p>
          <a:p>
            <a:endParaRPr lang="en-PK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rotatedImage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(rows, </a:t>
            </a:r>
            <a:r>
              <a:rPr lang="en-US" sz="16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&gt;(cols, 0));</a:t>
            </a:r>
          </a:p>
          <a:p>
            <a:endParaRPr lang="en-PK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PK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centerX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cols / 2;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centerY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rows / 2;</a:t>
            </a:r>
          </a:p>
          <a:p>
            <a:endParaRPr lang="en-PK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rows; r++)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cols;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static_cast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&gt;(cos(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angleRadians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* (c -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centerX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- sin(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angleRadians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* (r -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centerY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+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centerX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static_cast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&gt;(sin(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angleRadians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* (c -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centerX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+ cos(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angleRadians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* (r -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centerY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 +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centerY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PK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&gt;= 0 &amp;&amp;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rotatedX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&lt; cols &amp;&amp;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&gt;= 0 &amp;&amp;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rotatedY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&lt; rows)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rotatedImage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rotatedY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rotatedX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6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rotatedImage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= 255;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6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rotatedImage</a:t>
            </a:r>
            <a:r>
              <a:rPr lang="en-US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6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533400" y="2218541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4191000" y="190500"/>
            <a:ext cx="967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Image Rotation</a:t>
            </a:r>
            <a:endParaRPr lang="en-PK" sz="7200" dirty="0">
              <a:latin typeface="Montserrat Bold" panose="000008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10445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2950F5B5-F8D5-490B-C63C-7AFBBDF3E270}"/>
              </a:ext>
            </a:extLst>
          </p:cNvPr>
          <p:cNvSpPr/>
          <p:nvPr/>
        </p:nvSpPr>
        <p:spPr>
          <a:xfrm>
            <a:off x="13563600" y="7498241"/>
            <a:ext cx="4572000" cy="1218009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E84BF27-70DD-CDD8-0D88-36C7ED843844}"/>
              </a:ext>
            </a:extLst>
          </p:cNvPr>
          <p:cNvSpPr/>
          <p:nvPr/>
        </p:nvSpPr>
        <p:spPr>
          <a:xfrm>
            <a:off x="13563600" y="4610100"/>
            <a:ext cx="4419600" cy="1218009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2"/>
          <p:cNvSpPr txBox="1"/>
          <p:nvPr/>
        </p:nvSpPr>
        <p:spPr>
          <a:xfrm>
            <a:off x="1295400" y="2523226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010400" y="3796392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10820400" y="2448846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480144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4191000" y="190500"/>
            <a:ext cx="967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Image Rotation</a:t>
            </a:r>
            <a:endParaRPr lang="en-PK" sz="7200" dirty="0">
              <a:latin typeface="Montserrat Bold" panose="00000800000000000000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76E20E8-E695-51CA-1B5D-B7BBA9FFA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3400" y="3796392"/>
            <a:ext cx="4999727" cy="269593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3AB29D-F45B-F852-2C10-46D2BDDF0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399" y="7066390"/>
            <a:ext cx="4999727" cy="269593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A31F94B-7B25-9370-32B4-2D0BD60FA833}"/>
              </a:ext>
            </a:extLst>
          </p:cNvPr>
          <p:cNvSpPr txBox="1"/>
          <p:nvPr/>
        </p:nvSpPr>
        <p:spPr>
          <a:xfrm>
            <a:off x="13716000" y="4851112"/>
            <a:ext cx="4419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Montserrat Bold" panose="00000800000000000000" charset="0"/>
              </a:rPr>
              <a:t>angleDegrees</a:t>
            </a:r>
            <a:r>
              <a:rPr lang="en-US" sz="3200" dirty="0">
                <a:latin typeface="Montserrat Bold" panose="00000800000000000000" charset="0"/>
              </a:rPr>
              <a:t> = 30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73E739-01D1-AFAE-B18F-6D65CD2DD6FE}"/>
              </a:ext>
            </a:extLst>
          </p:cNvPr>
          <p:cNvSpPr txBox="1"/>
          <p:nvPr/>
        </p:nvSpPr>
        <p:spPr>
          <a:xfrm>
            <a:off x="13639800" y="7800054"/>
            <a:ext cx="457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Montserrat Bold" panose="00000800000000000000" charset="0"/>
              </a:rPr>
              <a:t>angleDegrees</a:t>
            </a:r>
            <a:r>
              <a:rPr lang="en-US" sz="3200" dirty="0">
                <a:latin typeface="Montserrat Bold" panose="00000800000000000000" charset="0"/>
              </a:rPr>
              <a:t> = -30</a:t>
            </a:r>
            <a:endParaRPr lang="en-PK" sz="3200" dirty="0">
              <a:latin typeface="Montserrat Bold" panose="000008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195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8917912" y="3332763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9144000" y="3619500"/>
            <a:ext cx="86867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horizontalFlipImage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rows / 2; r++){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cols;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ImageData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ImageData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rows-1 - r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ImageData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rows-1 - r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T;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1485900" y="305730"/>
            <a:ext cx="153161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Flipping an Image (Horizontal)</a:t>
            </a:r>
            <a:endParaRPr lang="en-PK" sz="7200" dirty="0">
              <a:latin typeface="Montserrat Bold" panose="00000800000000000000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BC217E8-CCF4-A9E0-655D-E3D6981B7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5" y="7204343"/>
            <a:ext cx="4999727" cy="269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4568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8917912" y="3332763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9144000" y="3619500"/>
            <a:ext cx="868679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verticalFlipImage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rows; r++)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cols / 2;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T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ImageData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ImageData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cols - 1 - c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ImageData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cols - 1 - c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T;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1945612" y="300007"/>
            <a:ext cx="1394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Flipping an Image (Vertical)</a:t>
            </a:r>
            <a:endParaRPr lang="en-PK" sz="7200" dirty="0">
              <a:latin typeface="Montserrat Bold" panose="00000800000000000000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0C8F507-C084-EA66-49FF-9A81A47F1B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5" y="7176075"/>
            <a:ext cx="4999727" cy="269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3631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855E3AD-A39C-DF19-FC87-93FC7A6CEEBF}"/>
              </a:ext>
            </a:extLst>
          </p:cNvPr>
          <p:cNvSpPr/>
          <p:nvPr/>
        </p:nvSpPr>
        <p:spPr>
          <a:xfrm>
            <a:off x="10571018" y="7066010"/>
            <a:ext cx="3124193" cy="2817370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8917912" y="3332763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9144000" y="3619500"/>
            <a:ext cx="86867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imageCropping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st_x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st_y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cw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rows; r++)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cols;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(r &gt;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ch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|| r &lt;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st_y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|| c &lt;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st_x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|| c &gt;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cw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255;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dirty="0">
              <a:solidFill>
                <a:srgbClr val="000000"/>
              </a:solidFill>
              <a:latin typeface="Cascadia Mono" panose="020B06090200000200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4191000" y="190500"/>
            <a:ext cx="967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Image Cropping</a:t>
            </a:r>
            <a:endParaRPr lang="en-PK" sz="7200" dirty="0">
              <a:latin typeface="Montserrat Bold" panose="00000800000000000000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CE17158-8B37-C04F-E2E5-7EC5A11E1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137" y="7126730"/>
            <a:ext cx="4999726" cy="26959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11A0851-3A62-47CF-4CDF-2236BEAC2B8D}"/>
              </a:ext>
            </a:extLst>
          </p:cNvPr>
          <p:cNvSpPr txBox="1"/>
          <p:nvPr/>
        </p:nvSpPr>
        <p:spPr>
          <a:xfrm>
            <a:off x="10768788" y="7140795"/>
            <a:ext cx="5715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Montserrat Bold" panose="00000800000000000000" charset="0"/>
              </a:rPr>
              <a:t>Here:</a:t>
            </a:r>
            <a:endParaRPr lang="en-PK" sz="4000" dirty="0">
              <a:latin typeface="Montserrat Bold" panose="0000080000000000000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68963C-A54E-4BCE-5096-75A82F2B42E1}"/>
              </a:ext>
            </a:extLst>
          </p:cNvPr>
          <p:cNvSpPr txBox="1"/>
          <p:nvPr/>
        </p:nvSpPr>
        <p:spPr>
          <a:xfrm>
            <a:off x="11201400" y="7848681"/>
            <a:ext cx="556511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st_x</a:t>
            </a:r>
            <a:r>
              <a:rPr lang="en-US" sz="2800" dirty="0"/>
              <a:t> = 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cw</a:t>
            </a:r>
            <a:r>
              <a:rPr lang="en-US" sz="2800" dirty="0"/>
              <a:t> = 120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st_y</a:t>
            </a:r>
            <a:r>
              <a:rPr lang="en-US" sz="2800" dirty="0"/>
              <a:t> = 30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ch</a:t>
            </a:r>
            <a:r>
              <a:rPr lang="en-US" sz="2800" dirty="0"/>
              <a:t> = 150</a:t>
            </a:r>
            <a:endParaRPr lang="en-PK" sz="2800" dirty="0"/>
          </a:p>
        </p:txBody>
      </p:sp>
    </p:spTree>
    <p:extLst>
      <p:ext uri="{BB962C8B-B14F-4D97-AF65-F5344CB8AC3E}">
        <p14:creationId xmlns:p14="http://schemas.microsoft.com/office/powerpoint/2010/main" val="2201318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8839200" y="2899578"/>
            <a:ext cx="11299702" cy="6324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(!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sideBySide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&amp;&amp; cols ==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.cols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newRows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rows +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.rows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combinedImage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newRows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&gt;(cols, 0));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pt-BR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rows; r++)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cols;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combinedImage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ImageData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.rows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 r++)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.cols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combinedImage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rows + r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.ImageData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rows =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newRows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combinedImage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"Invalid combination. Dimensions do not match."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6248399" y="1948371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685801" y="337013"/>
            <a:ext cx="169163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Combining Images</a:t>
            </a:r>
            <a:endParaRPr lang="en-PK" sz="7200" dirty="0">
              <a:latin typeface="Montserrat Bold" panose="0000080000000000000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022AF-A4B5-469E-E6B5-798F6A69B29D}"/>
              </a:ext>
            </a:extLst>
          </p:cNvPr>
          <p:cNvSpPr txBox="1"/>
          <p:nvPr/>
        </p:nvSpPr>
        <p:spPr>
          <a:xfrm>
            <a:off x="-2498" y="2932681"/>
            <a:ext cx="10667999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combineImages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Image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&amp;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bool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sideBySide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true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endParaRPr lang="en-US" sz="15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	if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sideBySide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&amp;&amp; rows ==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.rows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newCols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cols +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.cols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combinedImage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(rows,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newCols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, 0));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pt-BR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rows; r++)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cols;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combinedImage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ImageData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.rows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 r++)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.cols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combinedImage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cols + c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otherImage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.ImageData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endParaRPr lang="en-US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	    cols =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newCols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combinedImage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500" dirty="0"/>
          </a:p>
        </p:txBody>
      </p:sp>
      <p:sp>
        <p:nvSpPr>
          <p:cNvPr id="11" name="AutoShape 10">
            <a:extLst>
              <a:ext uri="{FF2B5EF4-FFF2-40B4-BE49-F238E27FC236}">
                <a16:creationId xmlns:a16="http://schemas.microsoft.com/office/drawing/2014/main" id="{2BC179C4-9BD6-E1CC-EFA8-517C40304FBA}"/>
              </a:ext>
            </a:extLst>
          </p:cNvPr>
          <p:cNvSpPr/>
          <p:nvPr/>
        </p:nvSpPr>
        <p:spPr>
          <a:xfrm>
            <a:off x="8839200" y="2899578"/>
            <a:ext cx="0" cy="6324808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0668622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89515" y="2076028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ctr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9143997" y="5981700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2286000" y="5817765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side-to-side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2115800" y="5848510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top-to-bottom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135" y="2605611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497812" y="300007"/>
            <a:ext cx="168402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Combining Images </a:t>
            </a:r>
            <a:endParaRPr lang="en-PK" sz="7200" dirty="0">
              <a:latin typeface="Montserrat Bold" panose="00000800000000000000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D03BD43-1873-91AF-389D-F145CCF62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7137197"/>
            <a:ext cx="6777965" cy="18273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F8B10C-B3FB-8766-9158-B2660001E1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20600" y="6663327"/>
            <a:ext cx="2914650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9547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 rot="-1898322">
            <a:off x="13299669" y="5075791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" name="Freeform 14"/>
          <p:cNvSpPr/>
          <p:nvPr/>
        </p:nvSpPr>
        <p:spPr>
          <a:xfrm rot="-1898322">
            <a:off x="-8569584" y="-6782509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5" name="TextBox 15"/>
          <p:cNvSpPr txBox="1"/>
          <p:nvPr/>
        </p:nvSpPr>
        <p:spPr>
          <a:xfrm>
            <a:off x="1066800" y="909323"/>
            <a:ext cx="15544800" cy="16030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508"/>
              </a:lnSpc>
            </a:pPr>
            <a:r>
              <a:rPr lang="en-US" sz="10424" dirty="0">
                <a:solidFill>
                  <a:srgbClr val="000000"/>
                </a:solidFill>
                <a:latin typeface="Montserrat Bold"/>
              </a:rPr>
              <a:t>Image Filtering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6E7DD-19F8-A14F-842C-C7004C16D167}"/>
              </a:ext>
            </a:extLst>
          </p:cNvPr>
          <p:cNvSpPr txBox="1"/>
          <p:nvPr/>
        </p:nvSpPr>
        <p:spPr>
          <a:xfrm>
            <a:off x="1066800" y="3162300"/>
            <a:ext cx="130302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Mean Filter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Median Filter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General Linear Filter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Enhancing Image by Applying Filter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Derivative of Image by Derivative Masks Filters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Find Edges Using Derivatives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>
              <a:latin typeface="Montserrat" panose="00000500000000000000" pitchFamily="2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PK" sz="4400" dirty="0">
              <a:latin typeface="Montserrat" panose="00000500000000000000" pitchFamily="2" charset="0"/>
            </a:endParaRP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B3D893CF-00A9-B852-1EC2-E7902D40CEB2}"/>
              </a:ext>
            </a:extLst>
          </p:cNvPr>
          <p:cNvGrpSpPr/>
          <p:nvPr/>
        </p:nvGrpSpPr>
        <p:grpSpPr>
          <a:xfrm>
            <a:off x="-29308" y="-1894626"/>
            <a:ext cx="18288000" cy="1874361"/>
            <a:chOff x="0" y="0"/>
            <a:chExt cx="9414331" cy="964887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43EA21DD-3759-3929-9874-A1B446FCA754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AC27631B-8767-72BF-B7DE-7EEC08ED5EA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77834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4821">
        <p159:morph option="byObject"/>
      </p:transition>
    </mc:Choice>
    <mc:Fallback xmlns="">
      <p:transition spd="slow" advTm="24821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8153400" y="3447853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8458198" y="3447853"/>
            <a:ext cx="10058398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applyMeanFilter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filteredImage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(rows,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&gt;(cols, 0));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1; r &lt; rows - 1; r++)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1; c &lt; cols - 1;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sum = 0;</a:t>
            </a:r>
          </a:p>
          <a:p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nn-N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 = -1; i &lt;= 1; i++)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j = -1; j &lt;= 1;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sum += ImageData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 + i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 + j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filteredImage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sum / 9;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3x3 mean filter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filteredImage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1945612" y="300007"/>
            <a:ext cx="1394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Mean Filter (3x3)</a:t>
            </a:r>
            <a:endParaRPr lang="en-PK" sz="7200" dirty="0">
              <a:latin typeface="Montserrat Bold" panose="00000800000000000000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ECCB6E-CD87-29D3-C641-AF4569DF6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5" y="7358387"/>
            <a:ext cx="4999727" cy="269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3820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1668">
        <p159:morph option="byObject"/>
      </p:transition>
    </mc:Choice>
    <mc:Fallback xmlns="">
      <p:transition spd="slow" advTm="61668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543800" y="3771900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7848600" y="3529934"/>
            <a:ext cx="10439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applyMedianFilter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filteredImage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(rows,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&gt;(cols, 0));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1; r &lt; rows - 1; r++)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1; c &lt; cols - 1;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 neighborhood;</a:t>
            </a:r>
          </a:p>
          <a:p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nn-N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 = -1; i &lt;= 1; i++)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j = -1; j &lt;= 1;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neighborhood.push_back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 +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 + j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sort(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neighborhood.begin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(),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neighborhood.end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filteredImage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neighborhood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4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 </a:t>
            </a:r>
            <a:r>
              <a:rPr lang="en-US" sz="1800" dirty="0">
                <a:solidFill>
                  <a:srgbClr val="008000"/>
                </a:solidFill>
                <a:latin typeface="Cascadia Mono" panose="020B0609020000020004" pitchFamily="49" charset="0"/>
              </a:rPr>
              <a:t>// 3x3 median filter</a:t>
            </a:r>
            <a:endParaRPr lang="en-US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filteredImage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1945612" y="300007"/>
            <a:ext cx="1394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dirty="0">
                <a:latin typeface="Montserrat Bold" panose="00000800000000000000" charset="0"/>
              </a:rPr>
              <a:t>Median Filter (3x3)</a:t>
            </a:r>
            <a:endParaRPr lang="en-PK" sz="7200" dirty="0">
              <a:latin typeface="Montserrat Bold" panose="00000800000000000000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659245-D851-CA0C-F5FD-495AA67D7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6" y="7188329"/>
            <a:ext cx="4999725" cy="269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1234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8703">
        <p159:morph option="byObject"/>
      </p:transition>
    </mc:Choice>
    <mc:Fallback xmlns="">
      <p:transition spd="slow" advTm="68703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9448800" y="3314700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9601200" y="3162300"/>
            <a:ext cx="1192467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filterSize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/ 2;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filteredImage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(rows,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&gt;(cols, 0));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r = filterRadius; r &lt; rows - filterRadius; r++) {</a:t>
            </a:r>
          </a:p>
          <a:p>
            <a:r>
              <a:rPr lang="sv-SE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sv-SE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sv-SE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sv-SE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sv-SE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c = filterRadius; c &lt; cols - filterRadius; c++)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sum = 0;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-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&lt;=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++)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j = -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 j &lt;=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j++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sum +=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filterMatrix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j +</a:t>
            </a:r>
          </a:p>
          <a:p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filterRadius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* ImageData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r + i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c + j</a:t>
            </a:r>
            <a:r>
              <a:rPr lang="pt-BR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filteredImage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sum;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filteredImage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PK" sz="15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6244652" y="2010975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-701082" y="365967"/>
            <a:ext cx="19237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Montserrat Bold" panose="00000800000000000000" charset="0"/>
              </a:rPr>
              <a:t>General Linear Filter Loaded From File</a:t>
            </a:r>
            <a:endParaRPr lang="en-PK" sz="6000" dirty="0">
              <a:latin typeface="Montserrat Bold" panose="00000800000000000000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55DDBD-3DA6-EA50-15DE-23E305137665}"/>
              </a:ext>
            </a:extLst>
          </p:cNvPr>
          <p:cNvSpPr txBox="1"/>
          <p:nvPr/>
        </p:nvSpPr>
        <p:spPr>
          <a:xfrm>
            <a:off x="152400" y="3314700"/>
            <a:ext cx="115062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applyLinearFilter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const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char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filterFileName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[])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 err="1">
                <a:solidFill>
                  <a:srgbClr val="2B91AF"/>
                </a:solidFill>
                <a:latin typeface="Cascadia Mono" panose="020B0609020000020004" pitchFamily="49" charset="0"/>
              </a:rPr>
              <a:t>ifstream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filterFile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filterFileName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(!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filterFile.is_open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cout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A31515"/>
                </a:solidFill>
                <a:latin typeface="Cascadia Mono" panose="020B0609020000020004" pitchFamily="49" charset="0"/>
              </a:rPr>
              <a:t>"Error: Could not open filter file."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&lt;&lt;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endl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return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filterSize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filterFile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&gt;&gt;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filterSize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filterMatrix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filterSize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5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filterSize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, 0));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nn-NO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nn-NO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nn-NO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nn-NO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nn-NO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i = 0; i &lt; filterSize; i++)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5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j = 0; j &lt;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filterSize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j++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filterFile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&gt;&gt;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filterMatrix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j</a:t>
            </a:r>
            <a:r>
              <a:rPr lang="en-US" sz="15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5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5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filterFile.close</a:t>
            </a:r>
            <a:r>
              <a:rPr lang="en-US" sz="15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endParaRPr lang="en-PK" sz="15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6A3A4-506C-E032-F4A4-46B739345D28}"/>
              </a:ext>
            </a:extLst>
          </p:cNvPr>
          <p:cNvSpPr/>
          <p:nvPr/>
        </p:nvSpPr>
        <p:spPr>
          <a:xfrm>
            <a:off x="5596952" y="8590231"/>
            <a:ext cx="7086600" cy="1043922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solidFill>
                  <a:schemeClr val="tx1"/>
                </a:solidFill>
                <a:latin typeface="Montserrat Bold" panose="00000800000000000000" charset="0"/>
              </a:rPr>
              <a:t>filterFileName</a:t>
            </a:r>
            <a:r>
              <a:rPr lang="en-US" sz="2800" dirty="0">
                <a:solidFill>
                  <a:schemeClr val="tx1"/>
                </a:solidFill>
                <a:latin typeface="Montserrat Bold" panose="00000800000000000000" charset="0"/>
              </a:rPr>
              <a:t>[ ] = “filterlinearz.txt”</a:t>
            </a:r>
            <a:endParaRPr lang="en-PK" sz="2800" dirty="0">
              <a:solidFill>
                <a:schemeClr val="tx1"/>
              </a:solidFill>
              <a:latin typeface="Montserrat Bold" panose="000008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783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47130">
        <p159:morph option="byObject"/>
      </p:transition>
    </mc:Choice>
    <mc:Fallback xmlns="">
      <p:transition spd="slow" advTm="47130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4386BF5-E005-814E-081A-FA5B42AD1B7D}"/>
              </a:ext>
            </a:extLst>
          </p:cNvPr>
          <p:cNvSpPr/>
          <p:nvPr/>
        </p:nvSpPr>
        <p:spPr>
          <a:xfrm>
            <a:off x="8534937" y="2776811"/>
            <a:ext cx="1262917" cy="9144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2"/>
          <p:cNvSpPr txBox="1"/>
          <p:nvPr/>
        </p:nvSpPr>
        <p:spPr>
          <a:xfrm>
            <a:off x="2362200" y="2526196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8274584" y="3735030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2224769" y="6642118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829" y="312924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-701082" y="365967"/>
            <a:ext cx="19237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Montserrat Bold" panose="00000800000000000000" charset="0"/>
              </a:rPr>
              <a:t>General Linear Filter Loaded From File</a:t>
            </a:r>
            <a:endParaRPr lang="en-PK" sz="60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D20DC4-2465-934A-6FAC-011063925647}"/>
              </a:ext>
            </a:extLst>
          </p:cNvPr>
          <p:cNvSpPr txBox="1"/>
          <p:nvPr/>
        </p:nvSpPr>
        <p:spPr>
          <a:xfrm>
            <a:off x="10210798" y="3129249"/>
            <a:ext cx="49997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Montserrat Bold" panose="00000800000000000000" charset="0"/>
              </a:rPr>
              <a:t>filterlinearz.txt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61C5C94-7D14-B981-B777-B67B4F5BBEF6}"/>
              </a:ext>
            </a:extLst>
          </p:cNvPr>
          <p:cNvSpPr/>
          <p:nvPr/>
        </p:nvSpPr>
        <p:spPr>
          <a:xfrm>
            <a:off x="10767562" y="3825486"/>
            <a:ext cx="3886200" cy="3505200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497811-A105-0746-CC70-AE3D07EBCE2C}"/>
              </a:ext>
            </a:extLst>
          </p:cNvPr>
          <p:cNvSpPr txBox="1"/>
          <p:nvPr/>
        </p:nvSpPr>
        <p:spPr>
          <a:xfrm>
            <a:off x="11633573" y="3914366"/>
            <a:ext cx="2895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3	</a:t>
            </a:r>
          </a:p>
          <a:p>
            <a:r>
              <a:rPr lang="en-US" sz="5400" dirty="0"/>
              <a:t>0	1	0</a:t>
            </a:r>
          </a:p>
          <a:p>
            <a:pPr marL="914400" indent="-914400">
              <a:buAutoNum type="arabicPlain"/>
            </a:pPr>
            <a:r>
              <a:rPr lang="en-US" sz="5400" dirty="0"/>
              <a:t>0	1</a:t>
            </a:r>
          </a:p>
          <a:p>
            <a:r>
              <a:rPr lang="en-US" sz="5400" dirty="0"/>
              <a:t>0	1	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AC08436-5490-238D-7BF5-E357FABB83DF}"/>
              </a:ext>
            </a:extLst>
          </p:cNvPr>
          <p:cNvSpPr/>
          <p:nvPr/>
        </p:nvSpPr>
        <p:spPr>
          <a:xfrm>
            <a:off x="11277605" y="4738865"/>
            <a:ext cx="2895600" cy="3505200"/>
          </a:xfrm>
          <a:prstGeom prst="rect">
            <a:avLst/>
          </a:prstGeom>
          <a:noFill/>
          <a:ln w="104775">
            <a:solidFill>
              <a:srgbClr val="C00000"/>
            </a:solidFill>
            <a:prstDash val="dash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057314"/>
                      <a:gd name="connsiteY0" fmla="*/ 0 h 3505200"/>
                      <a:gd name="connsiteX1" fmla="*/ 2057314 w 2057314"/>
                      <a:gd name="connsiteY1" fmla="*/ 0 h 3505200"/>
                      <a:gd name="connsiteX2" fmla="*/ 2057314 w 2057314"/>
                      <a:gd name="connsiteY2" fmla="*/ 3505200 h 3505200"/>
                      <a:gd name="connsiteX3" fmla="*/ 0 w 2057314"/>
                      <a:gd name="connsiteY3" fmla="*/ 3505200 h 3505200"/>
                      <a:gd name="connsiteX4" fmla="*/ 0 w 2057314"/>
                      <a:gd name="connsiteY4" fmla="*/ 0 h 35052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057314" h="3505200" extrusionOk="0">
                        <a:moveTo>
                          <a:pt x="0" y="0"/>
                        </a:moveTo>
                        <a:cubicBezTo>
                          <a:pt x="461585" y="118645"/>
                          <a:pt x="1098744" y="116012"/>
                          <a:pt x="2057314" y="0"/>
                        </a:cubicBezTo>
                        <a:cubicBezTo>
                          <a:pt x="1924432" y="465965"/>
                          <a:pt x="2142265" y="3067301"/>
                          <a:pt x="2057314" y="3505200"/>
                        </a:cubicBezTo>
                        <a:cubicBezTo>
                          <a:pt x="1786049" y="3639800"/>
                          <a:pt x="640461" y="3348004"/>
                          <a:pt x="0" y="3505200"/>
                        </a:cubicBezTo>
                        <a:cubicBezTo>
                          <a:pt x="-20187" y="1800542"/>
                          <a:pt x="-152480" y="119314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3190BC9-5C70-8F21-BD74-5D16383AF728}"/>
              </a:ext>
            </a:extLst>
          </p:cNvPr>
          <p:cNvCxnSpPr>
            <a:cxnSpLocks/>
          </p:cNvCxnSpPr>
          <p:nvPr/>
        </p:nvCxnSpPr>
        <p:spPr>
          <a:xfrm flipH="1" flipV="1">
            <a:off x="9515036" y="3571999"/>
            <a:ext cx="1931199" cy="650516"/>
          </a:xfrm>
          <a:prstGeom prst="straightConnector1">
            <a:avLst/>
          </a:prstGeom>
          <a:ln w="73025" cap="flat">
            <a:solidFill>
              <a:srgbClr val="00B050"/>
            </a:solidFill>
            <a:miter lim="800000"/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782E3B57-8E1F-11CF-8B4A-1B0B7BBE009E}"/>
              </a:ext>
            </a:extLst>
          </p:cNvPr>
          <p:cNvSpPr txBox="1"/>
          <p:nvPr/>
        </p:nvSpPr>
        <p:spPr>
          <a:xfrm>
            <a:off x="8027419" y="2959899"/>
            <a:ext cx="22331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Montserrat Bold" panose="00000800000000000000" charset="0"/>
              </a:rPr>
              <a:t>Size</a:t>
            </a:r>
            <a:endParaRPr lang="en-PK" sz="2800" dirty="0">
              <a:latin typeface="Montserrat Bold" panose="00000800000000000000" charset="0"/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9371E85-CDBA-75C6-4C49-DC4AFCBE34DF}"/>
              </a:ext>
            </a:extLst>
          </p:cNvPr>
          <p:cNvCxnSpPr>
            <a:cxnSpLocks/>
          </p:cNvCxnSpPr>
          <p:nvPr/>
        </p:nvCxnSpPr>
        <p:spPr>
          <a:xfrm>
            <a:off x="12411932" y="7893656"/>
            <a:ext cx="618268" cy="880353"/>
          </a:xfrm>
          <a:prstGeom prst="straightConnector1">
            <a:avLst/>
          </a:prstGeom>
          <a:ln w="73025" cap="flat">
            <a:solidFill>
              <a:srgbClr val="7030A0"/>
            </a:solidFill>
            <a:miter lim="800000"/>
            <a:headEnd w="lg" len="lg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4A611F3-561B-CE9A-C2D0-578932953002}"/>
              </a:ext>
            </a:extLst>
          </p:cNvPr>
          <p:cNvSpPr/>
          <p:nvPr/>
        </p:nvSpPr>
        <p:spPr>
          <a:xfrm>
            <a:off x="12464537" y="8879779"/>
            <a:ext cx="2745988" cy="914400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7030A0"/>
                </a:solidFill>
                <a:latin typeface="Montserrat Bold" panose="00000800000000000000" charset="0"/>
              </a:rPr>
              <a:t>Filter Values</a:t>
            </a:r>
            <a:endParaRPr lang="en-PK" dirty="0">
              <a:solidFill>
                <a:srgbClr val="7030A0"/>
              </a:solidFill>
              <a:latin typeface="Montserrat Bold" panose="00000800000000000000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11BB2C-E487-166C-4BA7-5BAE5D85CA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5730" y="7426044"/>
            <a:ext cx="4999723" cy="269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65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1420">
        <p159:morph option="byObject"/>
      </p:transition>
    </mc:Choice>
    <mc:Fallback xmlns="">
      <p:transition spd="slow" advTm="21420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315200" y="4076700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7543800" y="2386910"/>
            <a:ext cx="10601646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applyFilter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&gt;&gt;&amp;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filter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filter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/ 2;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enhancedImage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(rows,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&gt;(cols, 0));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filterRadius; r &lt; rows - filterRadius; r++) {</a:t>
            </a:r>
          </a:p>
          <a:p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sv-SE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sv-SE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filterRadius; c &lt; cols - filterRadius; c++)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sum = 0;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-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&lt;=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j = -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j &lt;=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sum += </a:t>
            </a:r>
            <a:r>
              <a:rPr lang="en-US" sz="1800" dirty="0">
                <a:solidFill>
                  <a:srgbClr val="808080"/>
                </a:solidFill>
                <a:latin typeface="Cascadia Mono" panose="020B0609020000020004" pitchFamily="49" charset="0"/>
              </a:rPr>
              <a:t>filter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j +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filterRadius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*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 +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 + j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enhancedImage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max(0, min(255, sum));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enhancedImage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</a:p>
          <a:p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enhanceImageWithFilter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enhancementFilter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{ {-1, -1, -1},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   {-1,  9, -1},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                     {-1, -1, -1} };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applyFilter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enhancementFilter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sz="16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15600" y="1948371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ctr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-701082" y="365967"/>
            <a:ext cx="19237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Montserrat Bold" panose="00000800000000000000" charset="0"/>
              </a:rPr>
              <a:t>Enhance Image by Applying Filter</a:t>
            </a:r>
            <a:endParaRPr lang="en-PK" sz="6000" dirty="0">
              <a:latin typeface="Montserrat Bold" panose="00000800000000000000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7003BDE-8A7B-8ACC-5091-7DD90D71A7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6" y="7216144"/>
            <a:ext cx="4999726" cy="269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1439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64710">
        <p159:morph option="byObject"/>
      </p:transition>
    </mc:Choice>
    <mc:Fallback xmlns="">
      <p:transition spd="slow" advTm="64710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F1A105C-E7F3-E8F1-8FC5-EE8B18525385}"/>
              </a:ext>
            </a:extLst>
          </p:cNvPr>
          <p:cNvSpPr/>
          <p:nvPr/>
        </p:nvSpPr>
        <p:spPr>
          <a:xfrm>
            <a:off x="7467600" y="8858976"/>
            <a:ext cx="10668000" cy="932724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162800" y="3379294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15600" y="2164549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-701082" y="365967"/>
            <a:ext cx="19237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Montserrat Bold" panose="00000800000000000000" charset="0"/>
              </a:rPr>
              <a:t>Derivative Using Derivative Masks</a:t>
            </a:r>
            <a:endParaRPr lang="en-PK" sz="6000" dirty="0">
              <a:latin typeface="Montserrat Bold" panose="0000080000000000000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E45555-A50E-9D2A-98A7-5CF2CCB9F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5" y="7225102"/>
            <a:ext cx="4999727" cy="26959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A2623F-0F34-9283-418E-4532DE6DA3CD}"/>
              </a:ext>
            </a:extLst>
          </p:cNvPr>
          <p:cNvSpPr txBox="1"/>
          <p:nvPr/>
        </p:nvSpPr>
        <p:spPr>
          <a:xfrm>
            <a:off x="7541342" y="9002172"/>
            <a:ext cx="106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derivativeMask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{ {-1, 0, 1}, {-2, 0, 2}, {-1, 0, 1} };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images[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activeImage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computeImageDerivative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derivativeMask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P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B44D9F-DDD5-CECA-5003-909A4C898766}"/>
              </a:ext>
            </a:extLst>
          </p:cNvPr>
          <p:cNvSpPr txBox="1"/>
          <p:nvPr/>
        </p:nvSpPr>
        <p:spPr>
          <a:xfrm>
            <a:off x="7266948" y="2872094"/>
            <a:ext cx="11069303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computeImageDerivative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&gt;&gt;&amp;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derivativeMask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derivativeMask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/ 2;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derivativeImage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(rows,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&gt;(cols, 0));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maskRadius; r &lt; rows - maskRadius; r++)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c &lt; cols -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sum = 0;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-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&lt;=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j = -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j &lt;=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sum +=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derivativeMask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j +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maskRadius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* ImageData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 + i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 + j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derivativeImage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sum;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derivativeImage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228499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34374">
        <p159:morph option="byObject"/>
      </p:transition>
    </mc:Choice>
    <mc:Fallback xmlns="">
      <p:transition spd="slow" advTm="34374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145B0A7-EF14-16C1-370D-B557D661A320}"/>
              </a:ext>
            </a:extLst>
          </p:cNvPr>
          <p:cNvSpPr/>
          <p:nvPr/>
        </p:nvSpPr>
        <p:spPr>
          <a:xfrm>
            <a:off x="7357662" y="9037530"/>
            <a:ext cx="10287000" cy="88350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467600" y="3221844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7689958" y="3128220"/>
            <a:ext cx="998218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computeImageDerivative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const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&gt;&gt;&amp;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derivativeMask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derivativeMask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.size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maskSize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/ 2;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derivativeImage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(rows,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&gt;(cols, 0));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maskRadius; r &lt; rows - maskRadius; r++)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c &lt; cols -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sum = 0;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-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&lt;=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j = -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j &lt;=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j++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sum +=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derivativeMask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+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maskRadius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j +</a:t>
            </a: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        maskRadius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* ImageData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 + i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 + j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derivativeImage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sum;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derivativeImage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-701082" y="365967"/>
            <a:ext cx="19237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Montserrat Bold" panose="00000800000000000000" charset="0"/>
              </a:rPr>
              <a:t>Find Edges</a:t>
            </a:r>
            <a:endParaRPr lang="en-PK" sz="6000" dirty="0">
              <a:latin typeface="Montserrat Bold" panose="00000800000000000000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1A0796-40ED-2BFE-1FA8-B6C285783D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5" y="7268324"/>
            <a:ext cx="4999727" cy="269593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C188890-2826-FBEE-8BBF-27A1BE3FCA82}"/>
              </a:ext>
            </a:extLst>
          </p:cNvPr>
          <p:cNvSpPr txBox="1"/>
          <p:nvPr/>
        </p:nvSpPr>
        <p:spPr>
          <a:xfrm>
            <a:off x="7357662" y="9166008"/>
            <a:ext cx="10287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derivativeMask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{ {0, 1, 0}, {1, -4, 1}, {0, 1, 0} };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images[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activeImage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].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computeImageDerivative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derivativeMask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1331177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9343">
        <p159:morph option="byObject"/>
      </p:transition>
    </mc:Choice>
    <mc:Fallback xmlns="">
      <p:transition spd="slow" advTm="29343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3"/>
          <p:cNvSpPr/>
          <p:nvPr/>
        </p:nvSpPr>
        <p:spPr>
          <a:xfrm rot="-1898322">
            <a:off x="13299669" y="5075791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4" name="Freeform 14"/>
          <p:cNvSpPr/>
          <p:nvPr/>
        </p:nvSpPr>
        <p:spPr>
          <a:xfrm rot="-1898322">
            <a:off x="-8569584" y="-6782509"/>
            <a:ext cx="8700980" cy="8722787"/>
          </a:xfrm>
          <a:custGeom>
            <a:avLst/>
            <a:gdLst/>
            <a:ahLst/>
            <a:cxnLst/>
            <a:rect l="l" t="t" r="r" b="b"/>
            <a:pathLst>
              <a:path w="8700980" h="8722787">
                <a:moveTo>
                  <a:pt x="0" y="0"/>
                </a:moveTo>
                <a:lnTo>
                  <a:pt x="8700980" y="0"/>
                </a:lnTo>
                <a:lnTo>
                  <a:pt x="8700980" y="8722787"/>
                </a:lnTo>
                <a:lnTo>
                  <a:pt x="0" y="87227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5" name="TextBox 15"/>
          <p:cNvSpPr txBox="1"/>
          <p:nvPr/>
        </p:nvSpPr>
        <p:spPr>
          <a:xfrm>
            <a:off x="1066800" y="909323"/>
            <a:ext cx="16459200" cy="32060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508"/>
              </a:lnSpc>
            </a:pPr>
            <a:r>
              <a:rPr lang="en-US" sz="10424" dirty="0">
                <a:solidFill>
                  <a:srgbClr val="000000"/>
                </a:solidFill>
                <a:latin typeface="Montserrat Bold"/>
              </a:rPr>
              <a:t>Geometric Transformation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86E7DD-19F8-A14F-842C-C7004C16D167}"/>
              </a:ext>
            </a:extLst>
          </p:cNvPr>
          <p:cNvSpPr txBox="1"/>
          <p:nvPr/>
        </p:nvSpPr>
        <p:spPr>
          <a:xfrm>
            <a:off x="1066800" y="4115329"/>
            <a:ext cx="130302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Translating an Image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>
                <a:latin typeface="Montserrat" panose="00000500000000000000" pitchFamily="2" charset="0"/>
              </a:rPr>
              <a:t>Scale an Image</a:t>
            </a:r>
            <a:endParaRPr lang="en-PK" sz="4400" dirty="0">
              <a:latin typeface="Montserrat" panose="00000500000000000000" pitchFamily="2" charset="0"/>
            </a:endParaRP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B3D893CF-00A9-B852-1EC2-E7902D40CEB2}"/>
              </a:ext>
            </a:extLst>
          </p:cNvPr>
          <p:cNvGrpSpPr/>
          <p:nvPr/>
        </p:nvGrpSpPr>
        <p:grpSpPr>
          <a:xfrm>
            <a:off x="-29308" y="-1894626"/>
            <a:ext cx="18288000" cy="1874361"/>
            <a:chOff x="0" y="0"/>
            <a:chExt cx="9414331" cy="964887"/>
          </a:xfrm>
        </p:grpSpPr>
        <p:sp>
          <p:nvSpPr>
            <p:cNvPr id="4" name="Freeform 8">
              <a:extLst>
                <a:ext uri="{FF2B5EF4-FFF2-40B4-BE49-F238E27FC236}">
                  <a16:creationId xmlns:a16="http://schemas.microsoft.com/office/drawing/2014/main" id="{43EA21DD-3759-3929-9874-A1B446FCA754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TextBox 9">
              <a:extLst>
                <a:ext uri="{FF2B5EF4-FFF2-40B4-BE49-F238E27FC236}">
                  <a16:creationId xmlns:a16="http://schemas.microsoft.com/office/drawing/2014/main" id="{AC27631B-8767-72BF-B7DE-7EEC08ED5EA9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7246212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1962FE-2D4F-B3FD-B00E-B62E3C70E546}"/>
              </a:ext>
            </a:extLst>
          </p:cNvPr>
          <p:cNvSpPr/>
          <p:nvPr/>
        </p:nvSpPr>
        <p:spPr>
          <a:xfrm>
            <a:off x="11201400" y="8540148"/>
            <a:ext cx="3657600" cy="1556352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924800" y="3467100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752168" y="6311061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8115297" y="3184836"/>
            <a:ext cx="10744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translateImage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offsetX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offsetY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translatedImage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(rows,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&gt;(cols, 0));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rows; r++)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cols;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r +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offsetY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c -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offsetX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if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&gt;= 0 &amp;&amp;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&lt; rows &amp;&amp;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&gt;= 0 &amp;&amp;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&lt; cols)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translatedImage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else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translatedImage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255;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translatedImage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ED1AF6-744F-9251-EB64-EEDC16FE0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366" y="3152579"/>
            <a:ext cx="4999727" cy="26959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-701082" y="365967"/>
            <a:ext cx="19237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Montserrat Bold" panose="00000800000000000000" charset="0"/>
              </a:rPr>
              <a:t>Translate Image</a:t>
            </a:r>
            <a:endParaRPr lang="en-PK" sz="6000" dirty="0">
              <a:latin typeface="Montserrat Bold" panose="00000800000000000000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1651A82-0D73-6780-6725-A1382436E4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366" y="7192183"/>
            <a:ext cx="4999727" cy="269593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4C7E52F-B49A-BB58-172D-72DE2131C51F}"/>
              </a:ext>
            </a:extLst>
          </p:cNvPr>
          <p:cNvSpPr txBox="1"/>
          <p:nvPr/>
        </p:nvSpPr>
        <p:spPr>
          <a:xfrm>
            <a:off x="11430000" y="8810896"/>
            <a:ext cx="5867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Montserrat Bold" panose="00000800000000000000" charset="0"/>
              </a:rPr>
              <a:t>offsetX</a:t>
            </a:r>
            <a:r>
              <a:rPr lang="en-US" sz="3200" dirty="0">
                <a:latin typeface="Montserrat Bold" panose="00000800000000000000" charset="0"/>
              </a:rPr>
              <a:t> = 50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 err="1">
                <a:latin typeface="Montserrat Bold" panose="00000800000000000000" charset="0"/>
              </a:rPr>
              <a:t>offsetY</a:t>
            </a:r>
            <a:r>
              <a:rPr lang="en-US" sz="3200" dirty="0">
                <a:latin typeface="Montserrat Bold" panose="00000800000000000000" charset="0"/>
              </a:rPr>
              <a:t> = 80</a:t>
            </a:r>
            <a:endParaRPr lang="en-PK" sz="3200" dirty="0">
              <a:latin typeface="Montserrat Bold" panose="0000080000000000000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62779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81962FE-2D4F-B3FD-B00E-B62E3C70E546}"/>
              </a:ext>
            </a:extLst>
          </p:cNvPr>
          <p:cNvSpPr/>
          <p:nvPr/>
        </p:nvSpPr>
        <p:spPr>
          <a:xfrm>
            <a:off x="11201400" y="8540148"/>
            <a:ext cx="4572000" cy="1175352"/>
          </a:xfrm>
          <a:prstGeom prst="rect">
            <a:avLst/>
          </a:prstGeom>
          <a:solidFill>
            <a:srgbClr val="F2E6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" name="TextBox 2"/>
          <p:cNvSpPr txBox="1"/>
          <p:nvPr/>
        </p:nvSpPr>
        <p:spPr>
          <a:xfrm>
            <a:off x="762000" y="2414967"/>
            <a:ext cx="4508966" cy="4360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360"/>
              </a:lnSpc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000000"/>
                </a:solidFill>
                <a:latin typeface="Montserrat Bold"/>
              </a:rPr>
              <a:t>Original Image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0" y="-2"/>
            <a:ext cx="18288000" cy="1874361"/>
            <a:chOff x="0" y="0"/>
            <a:chExt cx="9414331" cy="964887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>
            <a:off x="7924800" y="3467100"/>
            <a:ext cx="0" cy="3843312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86030B-1C16-BD02-6740-CCADA4F35B79}"/>
              </a:ext>
            </a:extLst>
          </p:cNvPr>
          <p:cNvSpPr txBox="1"/>
          <p:nvPr/>
        </p:nvSpPr>
        <p:spPr>
          <a:xfrm>
            <a:off x="609600" y="5425857"/>
            <a:ext cx="52539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 After Processing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6D2907-65D8-8AF9-4589-FC81702F50CA}"/>
              </a:ext>
            </a:extLst>
          </p:cNvPr>
          <p:cNvSpPr txBox="1"/>
          <p:nvPr/>
        </p:nvSpPr>
        <p:spPr>
          <a:xfrm>
            <a:off x="8115297" y="3184836"/>
            <a:ext cx="10744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scaleImage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double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scaleFactor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newRows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static_cast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&gt;(rows *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scaleFactor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newCols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static_cast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&gt;(cols *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scaleFactor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&gt;&gt;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scaledImage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newRows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</a:t>
            </a:r>
            <a:r>
              <a:rPr lang="en-US" sz="1800" dirty="0">
                <a:solidFill>
                  <a:srgbClr val="2B91AF"/>
                </a:solidFill>
                <a:latin typeface="Cascadia Mono" panose="020B0609020000020004" pitchFamily="49" charset="0"/>
              </a:rPr>
              <a:t>vector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newCols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, 0));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pt-BR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r = 0; r &lt; newRows; r++)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(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c = 0; c &lt;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newCols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c++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 {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originalR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static_cast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&gt;(r /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scaleFactor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originalC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</a:t>
            </a:r>
            <a:r>
              <a:rPr lang="en-US" sz="1800" dirty="0" err="1">
                <a:solidFill>
                  <a:srgbClr val="0000FF"/>
                </a:solidFill>
                <a:latin typeface="Cascadia Mono" panose="020B0609020000020004" pitchFamily="49" charset="0"/>
              </a:rPr>
              <a:t>static_cast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&gt;(c / </a:t>
            </a:r>
            <a:r>
              <a:rPr lang="en-US" sz="1800" dirty="0" err="1">
                <a:solidFill>
                  <a:srgbClr val="808080"/>
                </a:solidFill>
                <a:latin typeface="Cascadia Mono" panose="020B0609020000020004" pitchFamily="49" charset="0"/>
              </a:rPr>
              <a:t>scaleFactor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    scaledImage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r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c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= ImageData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originalR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][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originalC</a:t>
            </a:r>
            <a:r>
              <a:rPr lang="pt-BR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]</a:t>
            </a:r>
            <a:r>
              <a:rPr lang="pt-BR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    }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}</a:t>
            </a:r>
          </a:p>
          <a:p>
            <a:endParaRPr lang="en-PK" sz="18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rows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newRows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cols =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newCols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   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ImageData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ascadia Mono" panose="020B0609020000020004" pitchFamily="49" charset="0"/>
              </a:rPr>
              <a:t>scaledImage</a:t>
            </a:r>
            <a:r>
              <a:rPr lang="en-US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r>
              <a:rPr lang="en-PK" sz="1800" dirty="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ACF388-0389-2FC1-796E-B0B3B7A021E9}"/>
              </a:ext>
            </a:extLst>
          </p:cNvPr>
          <p:cNvSpPr txBox="1"/>
          <p:nvPr/>
        </p:nvSpPr>
        <p:spPr>
          <a:xfrm>
            <a:off x="10591797" y="2414967"/>
            <a:ext cx="5791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dirty="0">
                <a:latin typeface="Montserrat Bold" panose="00000800000000000000" charset="0"/>
              </a:rPr>
              <a:t>Function Definition</a:t>
            </a:r>
            <a:endParaRPr lang="en-PK" sz="3200" dirty="0">
              <a:latin typeface="Montserrat Bold" panose="0000080000000000000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0016EE-C8DD-9472-B4B0-357AEC7693DD}"/>
              </a:ext>
            </a:extLst>
          </p:cNvPr>
          <p:cNvSpPr txBox="1"/>
          <p:nvPr/>
        </p:nvSpPr>
        <p:spPr>
          <a:xfrm>
            <a:off x="-701082" y="365967"/>
            <a:ext cx="192379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latin typeface="Montserrat Bold" panose="00000800000000000000" charset="0"/>
              </a:rPr>
              <a:t>Scale Image</a:t>
            </a:r>
            <a:endParaRPr lang="en-PK" sz="6000" dirty="0">
              <a:latin typeface="Montserrat Bold" panose="00000800000000000000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C7E52F-B49A-BB58-172D-72DE2131C51F}"/>
              </a:ext>
            </a:extLst>
          </p:cNvPr>
          <p:cNvSpPr txBox="1"/>
          <p:nvPr/>
        </p:nvSpPr>
        <p:spPr>
          <a:xfrm>
            <a:off x="11582400" y="8835436"/>
            <a:ext cx="5867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err="1">
                <a:latin typeface="Montserrat Bold" panose="00000800000000000000" charset="0"/>
              </a:rPr>
              <a:t>scaleFactor</a:t>
            </a:r>
            <a:r>
              <a:rPr lang="en-US" sz="3200" dirty="0">
                <a:latin typeface="Montserrat Bold" panose="00000800000000000000" charset="0"/>
              </a:rPr>
              <a:t> = 2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F406FF-2144-1647-1083-DA8F82563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883" y="6402482"/>
            <a:ext cx="5829300" cy="314325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3BFC08-D8B9-23A4-C375-39DE40BF0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0110" y="3168436"/>
            <a:ext cx="2914650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4385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>
            <a:off x="13116598" y="-4562678"/>
            <a:ext cx="8774178" cy="8796169"/>
          </a:xfrm>
          <a:custGeom>
            <a:avLst/>
            <a:gdLst/>
            <a:ahLst/>
            <a:cxnLst/>
            <a:rect l="l" t="t" r="r" b="b"/>
            <a:pathLst>
              <a:path w="8774178" h="8796169">
                <a:moveTo>
                  <a:pt x="0" y="0"/>
                </a:moveTo>
                <a:lnTo>
                  <a:pt x="8774178" y="0"/>
                </a:lnTo>
                <a:lnTo>
                  <a:pt x="8774178" y="8796168"/>
                </a:lnTo>
                <a:lnTo>
                  <a:pt x="0" y="87961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 dirty="0"/>
          </a:p>
        </p:txBody>
      </p:sp>
      <p:grpSp>
        <p:nvGrpSpPr>
          <p:cNvPr id="3" name="Group 3"/>
          <p:cNvGrpSpPr/>
          <p:nvPr/>
        </p:nvGrpSpPr>
        <p:grpSpPr>
          <a:xfrm>
            <a:off x="10463626" y="1621617"/>
            <a:ext cx="753561" cy="753561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778711" y="7667323"/>
            <a:ext cx="1578921" cy="157892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9023E0E-0CDE-B5F7-7A0D-B71243CE34C2}"/>
              </a:ext>
            </a:extLst>
          </p:cNvPr>
          <p:cNvSpPr txBox="1"/>
          <p:nvPr/>
        </p:nvSpPr>
        <p:spPr>
          <a:xfrm>
            <a:off x="4953000" y="3030092"/>
            <a:ext cx="792480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0" dirty="0">
                <a:latin typeface="Baguet Script" panose="00000500000000000000" pitchFamily="2" charset="0"/>
              </a:rPr>
              <a:t>FIN</a:t>
            </a:r>
            <a:endParaRPr lang="en-PK" sz="30000" dirty="0">
              <a:latin typeface="Baguet Script" panose="00000500000000000000" pitchFamily="2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2569259-FE7E-28CD-A018-CD532E2C09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140908" y="4276903"/>
            <a:ext cx="10281815" cy="10287000"/>
          </a:xfrm>
          <a:prstGeom prst="rect">
            <a:avLst/>
          </a:prstGeom>
        </p:spPr>
      </p:pic>
      <p:grpSp>
        <p:nvGrpSpPr>
          <p:cNvPr id="16" name="Group 7">
            <a:extLst>
              <a:ext uri="{FF2B5EF4-FFF2-40B4-BE49-F238E27FC236}">
                <a16:creationId xmlns:a16="http://schemas.microsoft.com/office/drawing/2014/main" id="{C6722195-6B80-CD1B-21EF-D2E45BDDA8F3}"/>
              </a:ext>
            </a:extLst>
          </p:cNvPr>
          <p:cNvGrpSpPr/>
          <p:nvPr/>
        </p:nvGrpSpPr>
        <p:grpSpPr>
          <a:xfrm>
            <a:off x="36226" y="-2003631"/>
            <a:ext cx="18288000" cy="1874361"/>
            <a:chOff x="0" y="0"/>
            <a:chExt cx="9414331" cy="964887"/>
          </a:xfrm>
        </p:grpSpPr>
        <p:sp>
          <p:nvSpPr>
            <p:cNvPr id="17" name="Freeform 8">
              <a:extLst>
                <a:ext uri="{FF2B5EF4-FFF2-40B4-BE49-F238E27FC236}">
                  <a16:creationId xmlns:a16="http://schemas.microsoft.com/office/drawing/2014/main" id="{A111DB65-5FDA-ACAD-6D24-ADB11EB400ED}"/>
                </a:ext>
              </a:extLst>
            </p:cNvPr>
            <p:cNvSpPr/>
            <p:nvPr/>
          </p:nvSpPr>
          <p:spPr>
            <a:xfrm>
              <a:off x="0" y="0"/>
              <a:ext cx="9414331" cy="964887"/>
            </a:xfrm>
            <a:custGeom>
              <a:avLst/>
              <a:gdLst/>
              <a:ahLst/>
              <a:cxnLst/>
              <a:rect l="l" t="t" r="r" b="b"/>
              <a:pathLst>
                <a:path w="9414331" h="964887">
                  <a:moveTo>
                    <a:pt x="0" y="0"/>
                  </a:moveTo>
                  <a:lnTo>
                    <a:pt x="9414331" y="0"/>
                  </a:lnTo>
                  <a:lnTo>
                    <a:pt x="9414331" y="964887"/>
                  </a:lnTo>
                  <a:lnTo>
                    <a:pt x="0" y="964887"/>
                  </a:lnTo>
                  <a:close/>
                </a:path>
              </a:pathLst>
            </a:custGeom>
            <a:gradFill rotWithShape="1">
              <a:gsLst>
                <a:gs pos="0">
                  <a:srgbClr val="F600FE">
                    <a:alpha val="100000"/>
                  </a:srgbClr>
                </a:gs>
                <a:gs pos="25000">
                  <a:srgbClr val="C900FE">
                    <a:alpha val="100000"/>
                  </a:srgbClr>
                </a:gs>
                <a:gs pos="50000">
                  <a:srgbClr val="A136FF">
                    <a:alpha val="100000"/>
                  </a:srgbClr>
                </a:gs>
                <a:gs pos="75000">
                  <a:srgbClr val="5142F0">
                    <a:alpha val="100000"/>
                  </a:srgbClr>
                </a:gs>
                <a:gs pos="100000">
                  <a:srgbClr val="0033D9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PK"/>
            </a:p>
          </p:txBody>
        </p: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1D684090-02EE-FD5D-94DC-80AAC71FC26A}"/>
                </a:ext>
              </a:extLst>
            </p:cNvPr>
            <p:cNvSpPr txBox="1"/>
            <p:nvPr/>
          </p:nvSpPr>
          <p:spPr>
            <a:xfrm>
              <a:off x="0" y="-38100"/>
              <a:ext cx="9414331" cy="10029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5">
            <a:extLst>
              <a:ext uri="{FF2B5EF4-FFF2-40B4-BE49-F238E27FC236}">
                <a16:creationId xmlns:a16="http://schemas.microsoft.com/office/drawing/2014/main" id="{19F04E78-7D05-3FD6-FA39-5C0A9DCA02B2}"/>
              </a:ext>
            </a:extLst>
          </p:cNvPr>
          <p:cNvSpPr txBox="1"/>
          <p:nvPr/>
        </p:nvSpPr>
        <p:spPr>
          <a:xfrm>
            <a:off x="3810000" y="-1790700"/>
            <a:ext cx="11582400" cy="14557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508"/>
              </a:lnSpc>
            </a:pPr>
            <a:r>
              <a:rPr lang="en-US" sz="8000" dirty="0">
                <a:solidFill>
                  <a:srgbClr val="000000"/>
                </a:solidFill>
                <a:latin typeface="Montserrat Bold"/>
              </a:rPr>
              <a:t>USING VFX</a:t>
            </a:r>
          </a:p>
        </p:txBody>
      </p:sp>
    </p:spTree>
    <p:extLst>
      <p:ext uri="{BB962C8B-B14F-4D97-AF65-F5344CB8AC3E}">
        <p14:creationId xmlns:p14="http://schemas.microsoft.com/office/powerpoint/2010/main" val="19898361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505">
        <p159:morph option="byObject"/>
      </p:transition>
    </mc:Choice>
    <mc:Fallback xmlns="">
      <p:transition spd="slow" advTm="1505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1513</TotalTime>
  <Words>3302</Words>
  <Application>Microsoft Office PowerPoint</Application>
  <PresentationFormat>Custom</PresentationFormat>
  <Paragraphs>496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Calibri</vt:lpstr>
      <vt:lpstr>Montserrat Bold</vt:lpstr>
      <vt:lpstr>Baguet Script</vt:lpstr>
      <vt:lpstr>Montserrat</vt:lpstr>
      <vt:lpstr>Cascadia Mono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Pitch Deck</dc:title>
  <cp:lastModifiedBy>Saad Nasir</cp:lastModifiedBy>
  <cp:revision>15</cp:revision>
  <dcterms:created xsi:type="dcterms:W3CDTF">2006-08-16T00:00:00Z</dcterms:created>
  <dcterms:modified xsi:type="dcterms:W3CDTF">2025-05-03T09:56:49Z</dcterms:modified>
  <dc:identifier>DAF2CFXYM_Y</dc:identifier>
</cp:coreProperties>
</file>